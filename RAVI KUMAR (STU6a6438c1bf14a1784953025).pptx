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1"/>
  </p:notesMasterIdLst>
  <p:handoutMasterIdLst>
    <p:handoutMasterId r:id="rId22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7" r:id="rId11"/>
    <p:sldId id="348" r:id="rId12"/>
    <p:sldId id="349" r:id="rId13"/>
    <p:sldId id="350" r:id="rId14"/>
    <p:sldId id="351" r:id="rId15"/>
    <p:sldId id="352" r:id="rId16"/>
    <p:sldId id="341" r:id="rId17"/>
    <p:sldId id="342" r:id="rId18"/>
    <p:sldId id="343" r:id="rId19"/>
    <p:sldId id="30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3"/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3">
        <a:tint val="75000"/>
      </a:schemeClr>
      <a:schemeClr val="accent4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5">
        <a:tint val="75000"/>
      </a:schemeClr>
      <a:schemeClr val="accent6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0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1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dk2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2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0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1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dk2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2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0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1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dk2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2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0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1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dk2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2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0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1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dk2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2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0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1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dk2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2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0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1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dk2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2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5">
        <a:tint val="75000"/>
      </a:schemeClr>
      <a:schemeClr val="accent6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5AF514-9891-40F9-8A15-4A54D41AB58D}" type="doc">
      <dgm:prSet loTypeId="urn:microsoft.com/office/officeart/2005/8/layout/vList2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IN"/>
        </a:p>
      </dgm:t>
    </dgm:pt>
    <dgm:pt modelId="{D8E5B8CF-2C5C-46B8-B368-EB6F72404ECC}">
      <dgm:prSet/>
      <dgm:spPr/>
      <dgm:t>
        <a:bodyPr/>
        <a:lstStyle/>
        <a:p>
          <a:r>
            <a:rPr lang="en-IN" b="1"/>
            <a:t>Farmers</a:t>
          </a:r>
          <a:r>
            <a:rPr lang="en-IN"/>
            <a:t> – To understand crop performance and production trends. </a:t>
          </a:r>
        </a:p>
      </dgm:t>
    </dgm:pt>
    <dgm:pt modelId="{41A927DA-4607-4A41-9649-7FA63177B3E2}" type="parTrans" cxnId="{B6F04979-B296-4573-88FC-862213953565}">
      <dgm:prSet/>
      <dgm:spPr/>
      <dgm:t>
        <a:bodyPr/>
        <a:lstStyle/>
        <a:p>
          <a:endParaRPr lang="en-IN"/>
        </a:p>
      </dgm:t>
    </dgm:pt>
    <dgm:pt modelId="{66409352-94C2-43FC-A2E5-831498734883}" type="sibTrans" cxnId="{B6F04979-B296-4573-88FC-862213953565}">
      <dgm:prSet/>
      <dgm:spPr/>
      <dgm:t>
        <a:bodyPr/>
        <a:lstStyle/>
        <a:p>
          <a:endParaRPr lang="en-IN"/>
        </a:p>
      </dgm:t>
    </dgm:pt>
    <dgm:pt modelId="{AD089272-FCA2-4D23-A524-50C08181CD09}">
      <dgm:prSet/>
      <dgm:spPr/>
      <dgm:t>
        <a:bodyPr/>
        <a:lstStyle/>
        <a:p>
          <a:r>
            <a:rPr lang="en-IN" b="1"/>
            <a:t>Agricultural Organizations</a:t>
          </a:r>
          <a:r>
            <a:rPr lang="en-IN"/>
            <a:t> – To monitor and analyze agricultural performance. </a:t>
          </a:r>
        </a:p>
      </dgm:t>
    </dgm:pt>
    <dgm:pt modelId="{40B298FC-14AA-444A-B7B1-F7A84CD7D30A}" type="parTrans" cxnId="{73B6DED5-B4D6-4DDC-883B-8A1CC3992E76}">
      <dgm:prSet/>
      <dgm:spPr/>
      <dgm:t>
        <a:bodyPr/>
        <a:lstStyle/>
        <a:p>
          <a:endParaRPr lang="en-IN"/>
        </a:p>
      </dgm:t>
    </dgm:pt>
    <dgm:pt modelId="{B238BB93-CD86-49D0-8F68-77024A03BD6D}" type="sibTrans" cxnId="{73B6DED5-B4D6-4DDC-883B-8A1CC3992E76}">
      <dgm:prSet/>
      <dgm:spPr/>
      <dgm:t>
        <a:bodyPr/>
        <a:lstStyle/>
        <a:p>
          <a:endParaRPr lang="en-IN"/>
        </a:p>
      </dgm:t>
    </dgm:pt>
    <dgm:pt modelId="{F09DA916-7DD6-4562-A05B-7860DCCF6766}">
      <dgm:prSet/>
      <dgm:spPr/>
      <dgm:t>
        <a:bodyPr/>
        <a:lstStyle/>
        <a:p>
          <a:r>
            <a:rPr lang="en-IN" b="1"/>
            <a:t>Agricultural Officers</a:t>
          </a:r>
          <a:r>
            <a:rPr lang="en-IN"/>
            <a:t> – To make better decisions based on crop and farming data. </a:t>
          </a:r>
        </a:p>
      </dgm:t>
    </dgm:pt>
    <dgm:pt modelId="{9CA5EEF8-7707-4492-AA85-F876521ED670}" type="parTrans" cxnId="{238ABEEE-5977-4D3A-AF7A-981950692B1C}">
      <dgm:prSet/>
      <dgm:spPr/>
      <dgm:t>
        <a:bodyPr/>
        <a:lstStyle/>
        <a:p>
          <a:endParaRPr lang="en-IN"/>
        </a:p>
      </dgm:t>
    </dgm:pt>
    <dgm:pt modelId="{E862BE09-7647-4CD6-921A-550174C14EC7}" type="sibTrans" cxnId="{238ABEEE-5977-4D3A-AF7A-981950692B1C}">
      <dgm:prSet/>
      <dgm:spPr/>
      <dgm:t>
        <a:bodyPr/>
        <a:lstStyle/>
        <a:p>
          <a:endParaRPr lang="en-IN"/>
        </a:p>
      </dgm:t>
    </dgm:pt>
    <dgm:pt modelId="{71DC9663-5173-4681-825E-C80628E11E1A}">
      <dgm:prSet/>
      <dgm:spPr/>
      <dgm:t>
        <a:bodyPr/>
        <a:lstStyle/>
        <a:p>
          <a:r>
            <a:rPr lang="en-IN" b="1"/>
            <a:t>Data Analysts &amp; Researchers</a:t>
          </a:r>
          <a:r>
            <a:rPr lang="en-IN"/>
            <a:t> – To identify patterns, trends, and useful insights from agricultural data. </a:t>
          </a:r>
        </a:p>
      </dgm:t>
    </dgm:pt>
    <dgm:pt modelId="{E31702E3-466B-4849-B50B-6650F8A7B7F4}" type="parTrans" cxnId="{2DCD8DF3-46EA-48AB-9E7D-14E63A5A2E2A}">
      <dgm:prSet/>
      <dgm:spPr/>
      <dgm:t>
        <a:bodyPr/>
        <a:lstStyle/>
        <a:p>
          <a:endParaRPr lang="en-IN"/>
        </a:p>
      </dgm:t>
    </dgm:pt>
    <dgm:pt modelId="{DAAB0A40-7CB7-4C9E-B1AA-97DF0108D01F}" type="sibTrans" cxnId="{2DCD8DF3-46EA-48AB-9E7D-14E63A5A2E2A}">
      <dgm:prSet/>
      <dgm:spPr/>
      <dgm:t>
        <a:bodyPr/>
        <a:lstStyle/>
        <a:p>
          <a:endParaRPr lang="en-IN"/>
        </a:p>
      </dgm:t>
    </dgm:pt>
    <dgm:pt modelId="{0469D975-035B-4740-9E12-71CE2184BD77}">
      <dgm:prSet/>
      <dgm:spPr/>
      <dgm:t>
        <a:bodyPr/>
        <a:lstStyle/>
        <a:p>
          <a:r>
            <a:rPr lang="en-IN" b="1"/>
            <a:t>Government &amp; Policy Makers</a:t>
          </a:r>
          <a:r>
            <a:rPr lang="en-IN"/>
            <a:t> – To support better agricultural planning and policy decisions</a:t>
          </a:r>
        </a:p>
      </dgm:t>
    </dgm:pt>
    <dgm:pt modelId="{45C089F9-5F71-4E81-BBC5-B68AC6D03ED0}" type="parTrans" cxnId="{27C50B7C-20E3-42B8-97C1-C809D76215A9}">
      <dgm:prSet/>
      <dgm:spPr/>
      <dgm:t>
        <a:bodyPr/>
        <a:lstStyle/>
        <a:p>
          <a:endParaRPr lang="en-IN"/>
        </a:p>
      </dgm:t>
    </dgm:pt>
    <dgm:pt modelId="{AB461CD4-1899-43CF-999C-295E25959528}" type="sibTrans" cxnId="{27C50B7C-20E3-42B8-97C1-C809D76215A9}">
      <dgm:prSet/>
      <dgm:spPr/>
      <dgm:t>
        <a:bodyPr/>
        <a:lstStyle/>
        <a:p>
          <a:endParaRPr lang="en-IN"/>
        </a:p>
      </dgm:t>
    </dgm:pt>
    <dgm:pt modelId="{BC7E2150-EF48-4D05-A8EB-CD0EEE61118D}" type="pres">
      <dgm:prSet presAssocID="{805AF514-9891-40F9-8A15-4A54D41AB58D}" presName="linear" presStyleCnt="0">
        <dgm:presLayoutVars>
          <dgm:animLvl val="lvl"/>
          <dgm:resizeHandles val="exact"/>
        </dgm:presLayoutVars>
      </dgm:prSet>
      <dgm:spPr/>
    </dgm:pt>
    <dgm:pt modelId="{8EA992AC-5E4E-4430-8700-D5F554ABE0E4}" type="pres">
      <dgm:prSet presAssocID="{D8E5B8CF-2C5C-46B8-B368-EB6F72404EC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FBEDD9E-EB28-4CBC-965D-B66CD77BC274}" type="pres">
      <dgm:prSet presAssocID="{66409352-94C2-43FC-A2E5-831498734883}" presName="spacer" presStyleCnt="0"/>
      <dgm:spPr/>
    </dgm:pt>
    <dgm:pt modelId="{0D13ADBF-89CC-48FD-A3B5-227DE357B3ED}" type="pres">
      <dgm:prSet presAssocID="{AD089272-FCA2-4D23-A524-50C08181CD0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5B70E43-8B77-492C-8AB2-94D063AAC840}" type="pres">
      <dgm:prSet presAssocID="{B238BB93-CD86-49D0-8F68-77024A03BD6D}" presName="spacer" presStyleCnt="0"/>
      <dgm:spPr/>
    </dgm:pt>
    <dgm:pt modelId="{27660CBB-D7E9-42A1-B6BE-9AC4CF29AA57}" type="pres">
      <dgm:prSet presAssocID="{F09DA916-7DD6-4562-A05B-7860DCCF676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9FB5AA4-0054-468B-AE7E-9524F464A5BE}" type="pres">
      <dgm:prSet presAssocID="{E862BE09-7647-4CD6-921A-550174C14EC7}" presName="spacer" presStyleCnt="0"/>
      <dgm:spPr/>
    </dgm:pt>
    <dgm:pt modelId="{255EF6EB-B2B0-4E6B-AFFA-9AB7534F4D56}" type="pres">
      <dgm:prSet presAssocID="{71DC9663-5173-4681-825E-C80628E11E1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AEDCC331-C610-4192-B8BF-594CE40F036C}" type="pres">
      <dgm:prSet presAssocID="{DAAB0A40-7CB7-4C9E-B1AA-97DF0108D01F}" presName="spacer" presStyleCnt="0"/>
      <dgm:spPr/>
    </dgm:pt>
    <dgm:pt modelId="{8B6FA753-4429-4B1B-B016-CD7792364FBE}" type="pres">
      <dgm:prSet presAssocID="{0469D975-035B-4740-9E12-71CE2184BD7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DCD84801-FE05-45F9-BE27-A4EBA86341F5}" type="presOf" srcId="{F09DA916-7DD6-4562-A05B-7860DCCF6766}" destId="{27660CBB-D7E9-42A1-B6BE-9AC4CF29AA57}" srcOrd="0" destOrd="0" presId="urn:microsoft.com/office/officeart/2005/8/layout/vList2"/>
    <dgm:cxn modelId="{4403682B-F70E-486E-B6D5-1902B479AF70}" type="presOf" srcId="{71DC9663-5173-4681-825E-C80628E11E1A}" destId="{255EF6EB-B2B0-4E6B-AFFA-9AB7534F4D56}" srcOrd="0" destOrd="0" presId="urn:microsoft.com/office/officeart/2005/8/layout/vList2"/>
    <dgm:cxn modelId="{B6F04979-B296-4573-88FC-862213953565}" srcId="{805AF514-9891-40F9-8A15-4A54D41AB58D}" destId="{D8E5B8CF-2C5C-46B8-B368-EB6F72404ECC}" srcOrd="0" destOrd="0" parTransId="{41A927DA-4607-4A41-9649-7FA63177B3E2}" sibTransId="{66409352-94C2-43FC-A2E5-831498734883}"/>
    <dgm:cxn modelId="{27C50B7C-20E3-42B8-97C1-C809D76215A9}" srcId="{805AF514-9891-40F9-8A15-4A54D41AB58D}" destId="{0469D975-035B-4740-9E12-71CE2184BD77}" srcOrd="4" destOrd="0" parTransId="{45C089F9-5F71-4E81-BBC5-B68AC6D03ED0}" sibTransId="{AB461CD4-1899-43CF-999C-295E25959528}"/>
    <dgm:cxn modelId="{3CB36F9A-D2A0-4918-BF5C-7F47EA3618D7}" type="presOf" srcId="{D8E5B8CF-2C5C-46B8-B368-EB6F72404ECC}" destId="{8EA992AC-5E4E-4430-8700-D5F554ABE0E4}" srcOrd="0" destOrd="0" presId="urn:microsoft.com/office/officeart/2005/8/layout/vList2"/>
    <dgm:cxn modelId="{F27A3DA9-75AD-42FE-BDE9-7ABA0D3077C4}" type="presOf" srcId="{805AF514-9891-40F9-8A15-4A54D41AB58D}" destId="{BC7E2150-EF48-4D05-A8EB-CD0EEE61118D}" srcOrd="0" destOrd="0" presId="urn:microsoft.com/office/officeart/2005/8/layout/vList2"/>
    <dgm:cxn modelId="{494C2AD0-6013-4008-A7CF-AD53A41383D5}" type="presOf" srcId="{AD089272-FCA2-4D23-A524-50C08181CD09}" destId="{0D13ADBF-89CC-48FD-A3B5-227DE357B3ED}" srcOrd="0" destOrd="0" presId="urn:microsoft.com/office/officeart/2005/8/layout/vList2"/>
    <dgm:cxn modelId="{73B6DED5-B4D6-4DDC-883B-8A1CC3992E76}" srcId="{805AF514-9891-40F9-8A15-4A54D41AB58D}" destId="{AD089272-FCA2-4D23-A524-50C08181CD09}" srcOrd="1" destOrd="0" parTransId="{40B298FC-14AA-444A-B7B1-F7A84CD7D30A}" sibTransId="{B238BB93-CD86-49D0-8F68-77024A03BD6D}"/>
    <dgm:cxn modelId="{36D17FE6-4CFF-489E-B230-9AE8237F8231}" type="presOf" srcId="{0469D975-035B-4740-9E12-71CE2184BD77}" destId="{8B6FA753-4429-4B1B-B016-CD7792364FBE}" srcOrd="0" destOrd="0" presId="urn:microsoft.com/office/officeart/2005/8/layout/vList2"/>
    <dgm:cxn modelId="{238ABEEE-5977-4D3A-AF7A-981950692B1C}" srcId="{805AF514-9891-40F9-8A15-4A54D41AB58D}" destId="{F09DA916-7DD6-4562-A05B-7860DCCF6766}" srcOrd="2" destOrd="0" parTransId="{9CA5EEF8-7707-4492-AA85-F876521ED670}" sibTransId="{E862BE09-7647-4CD6-921A-550174C14EC7}"/>
    <dgm:cxn modelId="{2DCD8DF3-46EA-48AB-9E7D-14E63A5A2E2A}" srcId="{805AF514-9891-40F9-8A15-4A54D41AB58D}" destId="{71DC9663-5173-4681-825E-C80628E11E1A}" srcOrd="3" destOrd="0" parTransId="{E31702E3-466B-4849-B50B-6650F8A7B7F4}" sibTransId="{DAAB0A40-7CB7-4C9E-B1AA-97DF0108D01F}"/>
    <dgm:cxn modelId="{D3F11852-76F6-40EA-9856-2337746A70D7}" type="presParOf" srcId="{BC7E2150-EF48-4D05-A8EB-CD0EEE61118D}" destId="{8EA992AC-5E4E-4430-8700-D5F554ABE0E4}" srcOrd="0" destOrd="0" presId="urn:microsoft.com/office/officeart/2005/8/layout/vList2"/>
    <dgm:cxn modelId="{BC0586FA-39A6-40B8-AD65-82F13A0B5A5A}" type="presParOf" srcId="{BC7E2150-EF48-4D05-A8EB-CD0EEE61118D}" destId="{FFBEDD9E-EB28-4CBC-965D-B66CD77BC274}" srcOrd="1" destOrd="0" presId="urn:microsoft.com/office/officeart/2005/8/layout/vList2"/>
    <dgm:cxn modelId="{7FA2A789-6626-4104-81FB-4FAF8ACC185F}" type="presParOf" srcId="{BC7E2150-EF48-4D05-A8EB-CD0EEE61118D}" destId="{0D13ADBF-89CC-48FD-A3B5-227DE357B3ED}" srcOrd="2" destOrd="0" presId="urn:microsoft.com/office/officeart/2005/8/layout/vList2"/>
    <dgm:cxn modelId="{D39C3B60-EB14-4F69-B291-B9308CA5A5BF}" type="presParOf" srcId="{BC7E2150-EF48-4D05-A8EB-CD0EEE61118D}" destId="{A5B70E43-8B77-492C-8AB2-94D063AAC840}" srcOrd="3" destOrd="0" presId="urn:microsoft.com/office/officeart/2005/8/layout/vList2"/>
    <dgm:cxn modelId="{E7F0AE66-E6A1-442F-B11F-8717A300853F}" type="presParOf" srcId="{BC7E2150-EF48-4D05-A8EB-CD0EEE61118D}" destId="{27660CBB-D7E9-42A1-B6BE-9AC4CF29AA57}" srcOrd="4" destOrd="0" presId="urn:microsoft.com/office/officeart/2005/8/layout/vList2"/>
    <dgm:cxn modelId="{5F92164E-D9F4-4674-B1B1-97AAE22E7877}" type="presParOf" srcId="{BC7E2150-EF48-4D05-A8EB-CD0EEE61118D}" destId="{59FB5AA4-0054-468B-AE7E-9524F464A5BE}" srcOrd="5" destOrd="0" presId="urn:microsoft.com/office/officeart/2005/8/layout/vList2"/>
    <dgm:cxn modelId="{13E2B6F2-B6B1-4D36-97CF-4B1345E3616B}" type="presParOf" srcId="{BC7E2150-EF48-4D05-A8EB-CD0EEE61118D}" destId="{255EF6EB-B2B0-4E6B-AFFA-9AB7534F4D56}" srcOrd="6" destOrd="0" presId="urn:microsoft.com/office/officeart/2005/8/layout/vList2"/>
    <dgm:cxn modelId="{2E17BD3F-1085-496B-8BDB-4ACDEB2A8D73}" type="presParOf" srcId="{BC7E2150-EF48-4D05-A8EB-CD0EEE61118D}" destId="{AEDCC331-C610-4192-B8BF-594CE40F036C}" srcOrd="7" destOrd="0" presId="urn:microsoft.com/office/officeart/2005/8/layout/vList2"/>
    <dgm:cxn modelId="{BE743865-3817-4723-8BFF-DA4376B8BEDA}" type="presParOf" srcId="{BC7E2150-EF48-4D05-A8EB-CD0EEE61118D}" destId="{8B6FA753-4429-4B1B-B016-CD7792364FB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C1195F7-509C-4838-94B1-9CACF79FC7F7}" type="doc">
      <dgm:prSet loTypeId="urn:microsoft.com/office/officeart/2005/8/layout/hProcess11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IN"/>
        </a:p>
      </dgm:t>
    </dgm:pt>
    <dgm:pt modelId="{9647D1D8-A77A-4F9B-A5F0-86EA1E3E904E}">
      <dgm:prSet/>
      <dgm:spPr/>
      <dgm:t>
        <a:bodyPr/>
        <a:lstStyle/>
        <a:p>
          <a:r>
            <a:rPr lang="en-IN" b="1" dirty="0"/>
            <a:t>Python</a:t>
          </a:r>
          <a:r>
            <a:rPr lang="en-IN" dirty="0"/>
            <a:t> – Data analysis and processing </a:t>
          </a:r>
        </a:p>
      </dgm:t>
    </dgm:pt>
    <dgm:pt modelId="{9F3D28E8-08A9-40CD-9BE7-26F2C778A180}" type="parTrans" cxnId="{DBF2372F-3F40-473A-B319-0876D7B27A47}">
      <dgm:prSet/>
      <dgm:spPr/>
      <dgm:t>
        <a:bodyPr/>
        <a:lstStyle/>
        <a:p>
          <a:endParaRPr lang="en-IN"/>
        </a:p>
      </dgm:t>
    </dgm:pt>
    <dgm:pt modelId="{99228209-5723-441C-A006-6F6AAED723C3}" type="sibTrans" cxnId="{DBF2372F-3F40-473A-B319-0876D7B27A47}">
      <dgm:prSet/>
      <dgm:spPr/>
      <dgm:t>
        <a:bodyPr/>
        <a:lstStyle/>
        <a:p>
          <a:endParaRPr lang="en-IN"/>
        </a:p>
      </dgm:t>
    </dgm:pt>
    <dgm:pt modelId="{84372BFA-FF71-49A2-ACFD-EC2CDD8EEE2E}">
      <dgm:prSet/>
      <dgm:spPr/>
      <dgm:t>
        <a:bodyPr/>
        <a:lstStyle/>
        <a:p>
          <a:r>
            <a:rPr lang="en-IN" b="1" dirty="0"/>
            <a:t>Pandas</a:t>
          </a:r>
          <a:r>
            <a:rPr lang="en-IN" dirty="0"/>
            <a:t> – Data cleaning and manipulation </a:t>
          </a:r>
        </a:p>
      </dgm:t>
    </dgm:pt>
    <dgm:pt modelId="{EB6258FC-4CFD-4885-AC9A-CD529EB627AA}" type="parTrans" cxnId="{95AFFFB1-A13B-4BCB-9CF1-985018EE214A}">
      <dgm:prSet/>
      <dgm:spPr/>
      <dgm:t>
        <a:bodyPr/>
        <a:lstStyle/>
        <a:p>
          <a:endParaRPr lang="en-IN"/>
        </a:p>
      </dgm:t>
    </dgm:pt>
    <dgm:pt modelId="{D96C2B98-E9D7-43F7-B1FE-54606D48C2D8}" type="sibTrans" cxnId="{95AFFFB1-A13B-4BCB-9CF1-985018EE214A}">
      <dgm:prSet/>
      <dgm:spPr/>
      <dgm:t>
        <a:bodyPr/>
        <a:lstStyle/>
        <a:p>
          <a:endParaRPr lang="en-IN"/>
        </a:p>
      </dgm:t>
    </dgm:pt>
    <dgm:pt modelId="{31553B24-CB51-4F66-8186-EA7E68C67655}">
      <dgm:prSet/>
      <dgm:spPr/>
      <dgm:t>
        <a:bodyPr/>
        <a:lstStyle/>
        <a:p>
          <a:r>
            <a:rPr lang="en-IN" b="1" dirty="0"/>
            <a:t>NumPy</a:t>
          </a:r>
          <a:r>
            <a:rPr lang="en-IN" dirty="0"/>
            <a:t> – Numerical computations </a:t>
          </a:r>
        </a:p>
      </dgm:t>
    </dgm:pt>
    <dgm:pt modelId="{7D8B6553-0CCD-4508-828D-31EF0069959A}" type="parTrans" cxnId="{261F8A17-C2EC-42EA-954F-DCE2AF15F49C}">
      <dgm:prSet/>
      <dgm:spPr/>
      <dgm:t>
        <a:bodyPr/>
        <a:lstStyle/>
        <a:p>
          <a:endParaRPr lang="en-IN"/>
        </a:p>
      </dgm:t>
    </dgm:pt>
    <dgm:pt modelId="{4C6A7515-464B-47AF-96DF-4B4B5310DB86}" type="sibTrans" cxnId="{261F8A17-C2EC-42EA-954F-DCE2AF15F49C}">
      <dgm:prSet/>
      <dgm:spPr/>
      <dgm:t>
        <a:bodyPr/>
        <a:lstStyle/>
        <a:p>
          <a:endParaRPr lang="en-IN"/>
        </a:p>
      </dgm:t>
    </dgm:pt>
    <dgm:pt modelId="{35E2A74D-8A70-4A9C-933A-B8F927C3F292}">
      <dgm:prSet/>
      <dgm:spPr/>
      <dgm:t>
        <a:bodyPr/>
        <a:lstStyle/>
        <a:p>
          <a:r>
            <a:rPr lang="en-IN" b="1" dirty="0"/>
            <a:t>Matplotlib</a:t>
          </a:r>
          <a:r>
            <a:rPr lang="en-IN" dirty="0"/>
            <a:t> – Data visualization </a:t>
          </a:r>
        </a:p>
      </dgm:t>
    </dgm:pt>
    <dgm:pt modelId="{CC670055-2C81-474D-A427-54A1D3A97343}" type="parTrans" cxnId="{EFA8A418-2EFE-4046-B2B5-7C7B3460069A}">
      <dgm:prSet/>
      <dgm:spPr/>
      <dgm:t>
        <a:bodyPr/>
        <a:lstStyle/>
        <a:p>
          <a:endParaRPr lang="en-IN"/>
        </a:p>
      </dgm:t>
    </dgm:pt>
    <dgm:pt modelId="{95056812-DB45-4C24-9AFB-8BBA23ECDAA5}" type="sibTrans" cxnId="{EFA8A418-2EFE-4046-B2B5-7C7B3460069A}">
      <dgm:prSet/>
      <dgm:spPr/>
      <dgm:t>
        <a:bodyPr/>
        <a:lstStyle/>
        <a:p>
          <a:endParaRPr lang="en-IN"/>
        </a:p>
      </dgm:t>
    </dgm:pt>
    <dgm:pt modelId="{D43C9D39-B594-432E-A691-303D1E783688}">
      <dgm:prSet/>
      <dgm:spPr/>
      <dgm:t>
        <a:bodyPr/>
        <a:lstStyle/>
        <a:p>
          <a:r>
            <a:rPr lang="en-IN" b="1" dirty="0"/>
            <a:t>Seaborn</a:t>
          </a:r>
          <a:r>
            <a:rPr lang="en-IN" dirty="0"/>
            <a:t> – Statistical data visualization </a:t>
          </a:r>
        </a:p>
      </dgm:t>
    </dgm:pt>
    <dgm:pt modelId="{97CF68FB-4A81-48A0-8237-47F676990357}" type="parTrans" cxnId="{780F712F-B76E-44C4-88C1-F936C5536EF2}">
      <dgm:prSet/>
      <dgm:spPr/>
      <dgm:t>
        <a:bodyPr/>
        <a:lstStyle/>
        <a:p>
          <a:endParaRPr lang="en-IN"/>
        </a:p>
      </dgm:t>
    </dgm:pt>
    <dgm:pt modelId="{338C901A-E42A-4132-BEB1-E5EB251C3E03}" type="sibTrans" cxnId="{780F712F-B76E-44C4-88C1-F936C5536EF2}">
      <dgm:prSet/>
      <dgm:spPr/>
      <dgm:t>
        <a:bodyPr/>
        <a:lstStyle/>
        <a:p>
          <a:endParaRPr lang="en-IN"/>
        </a:p>
      </dgm:t>
    </dgm:pt>
    <dgm:pt modelId="{75238337-7ACC-4532-9C42-E043F223DB6B}">
      <dgm:prSet/>
      <dgm:spPr/>
      <dgm:t>
        <a:bodyPr/>
        <a:lstStyle/>
        <a:p>
          <a:r>
            <a:rPr lang="en-IN" b="1" dirty="0"/>
            <a:t>Google </a:t>
          </a:r>
          <a:r>
            <a:rPr lang="en-IN" b="1" dirty="0" err="1"/>
            <a:t>Colab</a:t>
          </a:r>
          <a:r>
            <a:rPr lang="en-IN" dirty="0"/>
            <a:t> – Development and execution environment </a:t>
          </a:r>
        </a:p>
      </dgm:t>
    </dgm:pt>
    <dgm:pt modelId="{83431681-4015-4A92-B132-893693D9E94B}" type="parTrans" cxnId="{95190C0F-DE92-41FD-9204-72A6D2A5D93B}">
      <dgm:prSet/>
      <dgm:spPr/>
      <dgm:t>
        <a:bodyPr/>
        <a:lstStyle/>
        <a:p>
          <a:endParaRPr lang="en-IN"/>
        </a:p>
      </dgm:t>
    </dgm:pt>
    <dgm:pt modelId="{F5FAF4EC-A14A-409B-9373-5937C38F49DB}" type="sibTrans" cxnId="{95190C0F-DE92-41FD-9204-72A6D2A5D93B}">
      <dgm:prSet/>
      <dgm:spPr/>
      <dgm:t>
        <a:bodyPr/>
        <a:lstStyle/>
        <a:p>
          <a:endParaRPr lang="en-IN"/>
        </a:p>
      </dgm:t>
    </dgm:pt>
    <dgm:pt modelId="{C7516B1F-F316-46F8-B393-1B8E2DDC5932}">
      <dgm:prSet/>
      <dgm:spPr/>
      <dgm:t>
        <a:bodyPr/>
        <a:lstStyle/>
        <a:p>
          <a:r>
            <a:rPr lang="en-IN" b="1" dirty="0"/>
            <a:t>CSV Dataset</a:t>
          </a:r>
          <a:r>
            <a:rPr lang="en-IN" dirty="0"/>
            <a:t> – Source of agricultural performance data</a:t>
          </a:r>
        </a:p>
      </dgm:t>
    </dgm:pt>
    <dgm:pt modelId="{D83ED8E7-45BA-4028-80F8-F88E28C4DBC9}" type="parTrans" cxnId="{E9D3459F-AF1E-4A1D-8709-9EC7D083E191}">
      <dgm:prSet/>
      <dgm:spPr/>
      <dgm:t>
        <a:bodyPr/>
        <a:lstStyle/>
        <a:p>
          <a:endParaRPr lang="en-IN"/>
        </a:p>
      </dgm:t>
    </dgm:pt>
    <dgm:pt modelId="{6CCC18D9-C713-4A5F-A651-826F4D6255CA}" type="sibTrans" cxnId="{E9D3459F-AF1E-4A1D-8709-9EC7D083E191}">
      <dgm:prSet/>
      <dgm:spPr/>
      <dgm:t>
        <a:bodyPr/>
        <a:lstStyle/>
        <a:p>
          <a:endParaRPr lang="en-IN"/>
        </a:p>
      </dgm:t>
    </dgm:pt>
    <dgm:pt modelId="{97ED39BD-571B-4682-85D2-363CB1AD148A}" type="pres">
      <dgm:prSet presAssocID="{2C1195F7-509C-4838-94B1-9CACF79FC7F7}" presName="Name0" presStyleCnt="0">
        <dgm:presLayoutVars>
          <dgm:dir/>
          <dgm:resizeHandles val="exact"/>
        </dgm:presLayoutVars>
      </dgm:prSet>
      <dgm:spPr/>
    </dgm:pt>
    <dgm:pt modelId="{C4A20DBB-9C9F-433A-9C9D-4AF9BB3539C1}" type="pres">
      <dgm:prSet presAssocID="{2C1195F7-509C-4838-94B1-9CACF79FC7F7}" presName="arrow" presStyleLbl="bgShp" presStyleIdx="0" presStyleCnt="1"/>
      <dgm:spPr/>
    </dgm:pt>
    <dgm:pt modelId="{18FD6802-FE1A-45F2-B808-1A283FE0DC4C}" type="pres">
      <dgm:prSet presAssocID="{2C1195F7-509C-4838-94B1-9CACF79FC7F7}" presName="points" presStyleCnt="0"/>
      <dgm:spPr/>
    </dgm:pt>
    <dgm:pt modelId="{44DED45C-646B-4CA2-9BAE-EE0E58B0ADEE}" type="pres">
      <dgm:prSet presAssocID="{9647D1D8-A77A-4F9B-A5F0-86EA1E3E904E}" presName="compositeA" presStyleCnt="0"/>
      <dgm:spPr/>
    </dgm:pt>
    <dgm:pt modelId="{0EA877B2-DE21-439B-981A-D60F0685D66E}" type="pres">
      <dgm:prSet presAssocID="{9647D1D8-A77A-4F9B-A5F0-86EA1E3E904E}" presName="textA" presStyleLbl="revTx" presStyleIdx="0" presStyleCnt="7">
        <dgm:presLayoutVars>
          <dgm:bulletEnabled val="1"/>
        </dgm:presLayoutVars>
      </dgm:prSet>
      <dgm:spPr/>
    </dgm:pt>
    <dgm:pt modelId="{8A212073-7E08-477F-BC26-04C222C87F87}" type="pres">
      <dgm:prSet presAssocID="{9647D1D8-A77A-4F9B-A5F0-86EA1E3E904E}" presName="circleA" presStyleLbl="node1" presStyleIdx="0" presStyleCnt="7"/>
      <dgm:spPr/>
    </dgm:pt>
    <dgm:pt modelId="{A6A35D9D-2323-447A-9255-FDF178B768EB}" type="pres">
      <dgm:prSet presAssocID="{9647D1D8-A77A-4F9B-A5F0-86EA1E3E904E}" presName="spaceA" presStyleCnt="0"/>
      <dgm:spPr/>
    </dgm:pt>
    <dgm:pt modelId="{7FE1AD39-7FB7-4495-8123-1909389F822D}" type="pres">
      <dgm:prSet presAssocID="{99228209-5723-441C-A006-6F6AAED723C3}" presName="space" presStyleCnt="0"/>
      <dgm:spPr/>
    </dgm:pt>
    <dgm:pt modelId="{870E6858-4180-4F7F-991C-6C37D9C9AB00}" type="pres">
      <dgm:prSet presAssocID="{84372BFA-FF71-49A2-ACFD-EC2CDD8EEE2E}" presName="compositeB" presStyleCnt="0"/>
      <dgm:spPr/>
    </dgm:pt>
    <dgm:pt modelId="{571AAC4E-EBF8-4771-9321-E3269F082C20}" type="pres">
      <dgm:prSet presAssocID="{84372BFA-FF71-49A2-ACFD-EC2CDD8EEE2E}" presName="textB" presStyleLbl="revTx" presStyleIdx="1" presStyleCnt="7">
        <dgm:presLayoutVars>
          <dgm:bulletEnabled val="1"/>
        </dgm:presLayoutVars>
      </dgm:prSet>
      <dgm:spPr/>
    </dgm:pt>
    <dgm:pt modelId="{8A5B11D6-327E-489A-B2BA-D78C65903D56}" type="pres">
      <dgm:prSet presAssocID="{84372BFA-FF71-49A2-ACFD-EC2CDD8EEE2E}" presName="circleB" presStyleLbl="node1" presStyleIdx="1" presStyleCnt="7"/>
      <dgm:spPr/>
    </dgm:pt>
    <dgm:pt modelId="{52EDA16D-6D88-4AE9-8101-C5AB84E0982E}" type="pres">
      <dgm:prSet presAssocID="{84372BFA-FF71-49A2-ACFD-EC2CDD8EEE2E}" presName="spaceB" presStyleCnt="0"/>
      <dgm:spPr/>
    </dgm:pt>
    <dgm:pt modelId="{A3C178F7-A074-4298-BB0E-B35A7939764D}" type="pres">
      <dgm:prSet presAssocID="{D96C2B98-E9D7-43F7-B1FE-54606D48C2D8}" presName="space" presStyleCnt="0"/>
      <dgm:spPr/>
    </dgm:pt>
    <dgm:pt modelId="{144FC5C5-8828-4FEA-9DF9-FCAAC2ED79A3}" type="pres">
      <dgm:prSet presAssocID="{31553B24-CB51-4F66-8186-EA7E68C67655}" presName="compositeA" presStyleCnt="0"/>
      <dgm:spPr/>
    </dgm:pt>
    <dgm:pt modelId="{A1ACC635-2ADB-456A-8ED3-F7A96D345690}" type="pres">
      <dgm:prSet presAssocID="{31553B24-CB51-4F66-8186-EA7E68C67655}" presName="textA" presStyleLbl="revTx" presStyleIdx="2" presStyleCnt="7">
        <dgm:presLayoutVars>
          <dgm:bulletEnabled val="1"/>
        </dgm:presLayoutVars>
      </dgm:prSet>
      <dgm:spPr/>
    </dgm:pt>
    <dgm:pt modelId="{215A5413-D70B-45DD-8A78-EC7DD204B6F7}" type="pres">
      <dgm:prSet presAssocID="{31553B24-CB51-4F66-8186-EA7E68C67655}" presName="circleA" presStyleLbl="node1" presStyleIdx="2" presStyleCnt="7"/>
      <dgm:spPr/>
    </dgm:pt>
    <dgm:pt modelId="{6F16E8EA-0CFC-4747-9CCB-667E308C4DB3}" type="pres">
      <dgm:prSet presAssocID="{31553B24-CB51-4F66-8186-EA7E68C67655}" presName="spaceA" presStyleCnt="0"/>
      <dgm:spPr/>
    </dgm:pt>
    <dgm:pt modelId="{1B9E56E2-690E-4C51-BA6A-B2321BD8C339}" type="pres">
      <dgm:prSet presAssocID="{4C6A7515-464B-47AF-96DF-4B4B5310DB86}" presName="space" presStyleCnt="0"/>
      <dgm:spPr/>
    </dgm:pt>
    <dgm:pt modelId="{7A481EB2-F7ED-49CD-B59A-A53D4B11660D}" type="pres">
      <dgm:prSet presAssocID="{35E2A74D-8A70-4A9C-933A-B8F927C3F292}" presName="compositeB" presStyleCnt="0"/>
      <dgm:spPr/>
    </dgm:pt>
    <dgm:pt modelId="{CD94F0E8-69D4-4C6D-BA99-6BD0F3879B4B}" type="pres">
      <dgm:prSet presAssocID="{35E2A74D-8A70-4A9C-933A-B8F927C3F292}" presName="textB" presStyleLbl="revTx" presStyleIdx="3" presStyleCnt="7">
        <dgm:presLayoutVars>
          <dgm:bulletEnabled val="1"/>
        </dgm:presLayoutVars>
      </dgm:prSet>
      <dgm:spPr/>
    </dgm:pt>
    <dgm:pt modelId="{7C51DC93-0D01-403C-A517-534491AAE5ED}" type="pres">
      <dgm:prSet presAssocID="{35E2A74D-8A70-4A9C-933A-B8F927C3F292}" presName="circleB" presStyleLbl="node1" presStyleIdx="3" presStyleCnt="7"/>
      <dgm:spPr/>
    </dgm:pt>
    <dgm:pt modelId="{53747640-B561-4CDB-83E8-DD251B540B69}" type="pres">
      <dgm:prSet presAssocID="{35E2A74D-8A70-4A9C-933A-B8F927C3F292}" presName="spaceB" presStyleCnt="0"/>
      <dgm:spPr/>
    </dgm:pt>
    <dgm:pt modelId="{61A18D1C-4B95-4A55-9482-C1E49A2F939E}" type="pres">
      <dgm:prSet presAssocID="{95056812-DB45-4C24-9AFB-8BBA23ECDAA5}" presName="space" presStyleCnt="0"/>
      <dgm:spPr/>
    </dgm:pt>
    <dgm:pt modelId="{71E452EA-C849-4253-91AF-F045D8B763A9}" type="pres">
      <dgm:prSet presAssocID="{D43C9D39-B594-432E-A691-303D1E783688}" presName="compositeA" presStyleCnt="0"/>
      <dgm:spPr/>
    </dgm:pt>
    <dgm:pt modelId="{62636AE2-A812-4303-92E4-20A9CD35EE5D}" type="pres">
      <dgm:prSet presAssocID="{D43C9D39-B594-432E-A691-303D1E783688}" presName="textA" presStyleLbl="revTx" presStyleIdx="4" presStyleCnt="7">
        <dgm:presLayoutVars>
          <dgm:bulletEnabled val="1"/>
        </dgm:presLayoutVars>
      </dgm:prSet>
      <dgm:spPr/>
    </dgm:pt>
    <dgm:pt modelId="{81DFA0BF-A40B-4C58-A5FA-78E86AB90312}" type="pres">
      <dgm:prSet presAssocID="{D43C9D39-B594-432E-A691-303D1E783688}" presName="circleA" presStyleLbl="node1" presStyleIdx="4" presStyleCnt="7"/>
      <dgm:spPr/>
    </dgm:pt>
    <dgm:pt modelId="{1B4288BD-BAC0-4D79-91C6-64F1FACBC43D}" type="pres">
      <dgm:prSet presAssocID="{D43C9D39-B594-432E-A691-303D1E783688}" presName="spaceA" presStyleCnt="0"/>
      <dgm:spPr/>
    </dgm:pt>
    <dgm:pt modelId="{18C136FE-C870-45DB-99B4-26C3A12E3820}" type="pres">
      <dgm:prSet presAssocID="{338C901A-E42A-4132-BEB1-E5EB251C3E03}" presName="space" presStyleCnt="0"/>
      <dgm:spPr/>
    </dgm:pt>
    <dgm:pt modelId="{A680A17E-FC44-4A38-80AE-5C54B7E829E5}" type="pres">
      <dgm:prSet presAssocID="{75238337-7ACC-4532-9C42-E043F223DB6B}" presName="compositeB" presStyleCnt="0"/>
      <dgm:spPr/>
    </dgm:pt>
    <dgm:pt modelId="{E74FAB4A-21DB-4734-AE98-A0A3F71BE86B}" type="pres">
      <dgm:prSet presAssocID="{75238337-7ACC-4532-9C42-E043F223DB6B}" presName="textB" presStyleLbl="revTx" presStyleIdx="5" presStyleCnt="7">
        <dgm:presLayoutVars>
          <dgm:bulletEnabled val="1"/>
        </dgm:presLayoutVars>
      </dgm:prSet>
      <dgm:spPr/>
    </dgm:pt>
    <dgm:pt modelId="{F9D9C1CA-F35C-4D7F-AF31-AF7FA54C830A}" type="pres">
      <dgm:prSet presAssocID="{75238337-7ACC-4532-9C42-E043F223DB6B}" presName="circleB" presStyleLbl="node1" presStyleIdx="5" presStyleCnt="7"/>
      <dgm:spPr/>
    </dgm:pt>
    <dgm:pt modelId="{54785BBE-263E-4CCF-91A0-9B7E92FE216C}" type="pres">
      <dgm:prSet presAssocID="{75238337-7ACC-4532-9C42-E043F223DB6B}" presName="spaceB" presStyleCnt="0"/>
      <dgm:spPr/>
    </dgm:pt>
    <dgm:pt modelId="{4B55C0CA-D861-43C4-B042-ACB918ACBEB5}" type="pres">
      <dgm:prSet presAssocID="{F5FAF4EC-A14A-409B-9373-5937C38F49DB}" presName="space" presStyleCnt="0"/>
      <dgm:spPr/>
    </dgm:pt>
    <dgm:pt modelId="{B85A6B32-0770-43B9-8037-96AF884D6883}" type="pres">
      <dgm:prSet presAssocID="{C7516B1F-F316-46F8-B393-1B8E2DDC5932}" presName="compositeA" presStyleCnt="0"/>
      <dgm:spPr/>
    </dgm:pt>
    <dgm:pt modelId="{B73DB12A-A7AC-40C7-A2B2-546934E7A049}" type="pres">
      <dgm:prSet presAssocID="{C7516B1F-F316-46F8-B393-1B8E2DDC5932}" presName="textA" presStyleLbl="revTx" presStyleIdx="6" presStyleCnt="7">
        <dgm:presLayoutVars>
          <dgm:bulletEnabled val="1"/>
        </dgm:presLayoutVars>
      </dgm:prSet>
      <dgm:spPr/>
    </dgm:pt>
    <dgm:pt modelId="{F4A98418-91B7-48B3-B8D6-4E90DA6696F2}" type="pres">
      <dgm:prSet presAssocID="{C7516B1F-F316-46F8-B393-1B8E2DDC5932}" presName="circleA" presStyleLbl="node1" presStyleIdx="6" presStyleCnt="7"/>
      <dgm:spPr/>
    </dgm:pt>
    <dgm:pt modelId="{8C82C0B8-A325-43E8-B01E-0E9625F07EF6}" type="pres">
      <dgm:prSet presAssocID="{C7516B1F-F316-46F8-B393-1B8E2DDC5932}" presName="spaceA" presStyleCnt="0"/>
      <dgm:spPr/>
    </dgm:pt>
  </dgm:ptLst>
  <dgm:cxnLst>
    <dgm:cxn modelId="{AD1C2B04-A3FC-4F5E-A0B3-788266705004}" type="presOf" srcId="{D43C9D39-B594-432E-A691-303D1E783688}" destId="{62636AE2-A812-4303-92E4-20A9CD35EE5D}" srcOrd="0" destOrd="0" presId="urn:microsoft.com/office/officeart/2005/8/layout/hProcess11"/>
    <dgm:cxn modelId="{95190C0F-DE92-41FD-9204-72A6D2A5D93B}" srcId="{2C1195F7-509C-4838-94B1-9CACF79FC7F7}" destId="{75238337-7ACC-4532-9C42-E043F223DB6B}" srcOrd="5" destOrd="0" parTransId="{83431681-4015-4A92-B132-893693D9E94B}" sibTransId="{F5FAF4EC-A14A-409B-9373-5937C38F49DB}"/>
    <dgm:cxn modelId="{19E6F80F-F8F9-41BF-B18B-A40D7ED95F2D}" type="presOf" srcId="{9647D1D8-A77A-4F9B-A5F0-86EA1E3E904E}" destId="{0EA877B2-DE21-439B-981A-D60F0685D66E}" srcOrd="0" destOrd="0" presId="urn:microsoft.com/office/officeart/2005/8/layout/hProcess11"/>
    <dgm:cxn modelId="{E1DA1710-850F-46A9-A43A-E0C8FE76E08C}" type="presOf" srcId="{84372BFA-FF71-49A2-ACFD-EC2CDD8EEE2E}" destId="{571AAC4E-EBF8-4771-9321-E3269F082C20}" srcOrd="0" destOrd="0" presId="urn:microsoft.com/office/officeart/2005/8/layout/hProcess11"/>
    <dgm:cxn modelId="{CD1D5914-668A-44BC-BE12-812E4DE60066}" type="presOf" srcId="{75238337-7ACC-4532-9C42-E043F223DB6B}" destId="{E74FAB4A-21DB-4734-AE98-A0A3F71BE86B}" srcOrd="0" destOrd="0" presId="urn:microsoft.com/office/officeart/2005/8/layout/hProcess11"/>
    <dgm:cxn modelId="{261F8A17-C2EC-42EA-954F-DCE2AF15F49C}" srcId="{2C1195F7-509C-4838-94B1-9CACF79FC7F7}" destId="{31553B24-CB51-4F66-8186-EA7E68C67655}" srcOrd="2" destOrd="0" parTransId="{7D8B6553-0CCD-4508-828D-31EF0069959A}" sibTransId="{4C6A7515-464B-47AF-96DF-4B4B5310DB86}"/>
    <dgm:cxn modelId="{EFA8A418-2EFE-4046-B2B5-7C7B3460069A}" srcId="{2C1195F7-509C-4838-94B1-9CACF79FC7F7}" destId="{35E2A74D-8A70-4A9C-933A-B8F927C3F292}" srcOrd="3" destOrd="0" parTransId="{CC670055-2C81-474D-A427-54A1D3A97343}" sibTransId="{95056812-DB45-4C24-9AFB-8BBA23ECDAA5}"/>
    <dgm:cxn modelId="{DBF2372F-3F40-473A-B319-0876D7B27A47}" srcId="{2C1195F7-509C-4838-94B1-9CACF79FC7F7}" destId="{9647D1D8-A77A-4F9B-A5F0-86EA1E3E904E}" srcOrd="0" destOrd="0" parTransId="{9F3D28E8-08A9-40CD-9BE7-26F2C778A180}" sibTransId="{99228209-5723-441C-A006-6F6AAED723C3}"/>
    <dgm:cxn modelId="{780F712F-B76E-44C4-88C1-F936C5536EF2}" srcId="{2C1195F7-509C-4838-94B1-9CACF79FC7F7}" destId="{D43C9D39-B594-432E-A691-303D1E783688}" srcOrd="4" destOrd="0" parTransId="{97CF68FB-4A81-48A0-8237-47F676990357}" sibTransId="{338C901A-E42A-4132-BEB1-E5EB251C3E03}"/>
    <dgm:cxn modelId="{B81DE99C-27C6-4DF0-BF85-F7FF5DA5BDF7}" type="presOf" srcId="{35E2A74D-8A70-4A9C-933A-B8F927C3F292}" destId="{CD94F0E8-69D4-4C6D-BA99-6BD0F3879B4B}" srcOrd="0" destOrd="0" presId="urn:microsoft.com/office/officeart/2005/8/layout/hProcess11"/>
    <dgm:cxn modelId="{E9D3459F-AF1E-4A1D-8709-9EC7D083E191}" srcId="{2C1195F7-509C-4838-94B1-9CACF79FC7F7}" destId="{C7516B1F-F316-46F8-B393-1B8E2DDC5932}" srcOrd="6" destOrd="0" parTransId="{D83ED8E7-45BA-4028-80F8-F88E28C4DBC9}" sibTransId="{6CCC18D9-C713-4A5F-A651-826F4D6255CA}"/>
    <dgm:cxn modelId="{95AFFFB1-A13B-4BCB-9CF1-985018EE214A}" srcId="{2C1195F7-509C-4838-94B1-9CACF79FC7F7}" destId="{84372BFA-FF71-49A2-ACFD-EC2CDD8EEE2E}" srcOrd="1" destOrd="0" parTransId="{EB6258FC-4CFD-4885-AC9A-CD529EB627AA}" sibTransId="{D96C2B98-E9D7-43F7-B1FE-54606D48C2D8}"/>
    <dgm:cxn modelId="{01CB44B9-467B-4FBF-84F9-8EEA5F7ADFBE}" type="presOf" srcId="{31553B24-CB51-4F66-8186-EA7E68C67655}" destId="{A1ACC635-2ADB-456A-8ED3-F7A96D345690}" srcOrd="0" destOrd="0" presId="urn:microsoft.com/office/officeart/2005/8/layout/hProcess11"/>
    <dgm:cxn modelId="{9665D1ED-2DE6-4FE6-A4F6-6DB44B891CEB}" type="presOf" srcId="{2C1195F7-509C-4838-94B1-9CACF79FC7F7}" destId="{97ED39BD-571B-4682-85D2-363CB1AD148A}" srcOrd="0" destOrd="0" presId="urn:microsoft.com/office/officeart/2005/8/layout/hProcess11"/>
    <dgm:cxn modelId="{C90002EE-825C-4567-9FB9-D37A94305686}" type="presOf" srcId="{C7516B1F-F316-46F8-B393-1B8E2DDC5932}" destId="{B73DB12A-A7AC-40C7-A2B2-546934E7A049}" srcOrd="0" destOrd="0" presId="urn:microsoft.com/office/officeart/2005/8/layout/hProcess11"/>
    <dgm:cxn modelId="{32E7BCC3-6AD5-4CAF-97E7-42A522BB6180}" type="presParOf" srcId="{97ED39BD-571B-4682-85D2-363CB1AD148A}" destId="{C4A20DBB-9C9F-433A-9C9D-4AF9BB3539C1}" srcOrd="0" destOrd="0" presId="urn:microsoft.com/office/officeart/2005/8/layout/hProcess11"/>
    <dgm:cxn modelId="{9273F85F-7CF6-4B47-B2BB-E95854325C74}" type="presParOf" srcId="{97ED39BD-571B-4682-85D2-363CB1AD148A}" destId="{18FD6802-FE1A-45F2-B808-1A283FE0DC4C}" srcOrd="1" destOrd="0" presId="urn:microsoft.com/office/officeart/2005/8/layout/hProcess11"/>
    <dgm:cxn modelId="{D0CE46B8-E977-4098-A432-7DAD54FF52A1}" type="presParOf" srcId="{18FD6802-FE1A-45F2-B808-1A283FE0DC4C}" destId="{44DED45C-646B-4CA2-9BAE-EE0E58B0ADEE}" srcOrd="0" destOrd="0" presId="urn:microsoft.com/office/officeart/2005/8/layout/hProcess11"/>
    <dgm:cxn modelId="{46A32502-AF68-40B7-ACC1-408A386DF645}" type="presParOf" srcId="{44DED45C-646B-4CA2-9BAE-EE0E58B0ADEE}" destId="{0EA877B2-DE21-439B-981A-D60F0685D66E}" srcOrd="0" destOrd="0" presId="urn:microsoft.com/office/officeart/2005/8/layout/hProcess11"/>
    <dgm:cxn modelId="{F0E06F4B-43BB-4B01-97B0-306724ED4E88}" type="presParOf" srcId="{44DED45C-646B-4CA2-9BAE-EE0E58B0ADEE}" destId="{8A212073-7E08-477F-BC26-04C222C87F87}" srcOrd="1" destOrd="0" presId="urn:microsoft.com/office/officeart/2005/8/layout/hProcess11"/>
    <dgm:cxn modelId="{DA6B56AC-DB31-41D0-9134-3F3E494C1EE2}" type="presParOf" srcId="{44DED45C-646B-4CA2-9BAE-EE0E58B0ADEE}" destId="{A6A35D9D-2323-447A-9255-FDF178B768EB}" srcOrd="2" destOrd="0" presId="urn:microsoft.com/office/officeart/2005/8/layout/hProcess11"/>
    <dgm:cxn modelId="{817F37B6-4C9D-479C-967D-3148C390558B}" type="presParOf" srcId="{18FD6802-FE1A-45F2-B808-1A283FE0DC4C}" destId="{7FE1AD39-7FB7-4495-8123-1909389F822D}" srcOrd="1" destOrd="0" presId="urn:microsoft.com/office/officeart/2005/8/layout/hProcess11"/>
    <dgm:cxn modelId="{BB1F1826-BD72-4741-8BF4-F40553272378}" type="presParOf" srcId="{18FD6802-FE1A-45F2-B808-1A283FE0DC4C}" destId="{870E6858-4180-4F7F-991C-6C37D9C9AB00}" srcOrd="2" destOrd="0" presId="urn:microsoft.com/office/officeart/2005/8/layout/hProcess11"/>
    <dgm:cxn modelId="{4A8E9BF7-06F9-4916-AB54-D209535D9342}" type="presParOf" srcId="{870E6858-4180-4F7F-991C-6C37D9C9AB00}" destId="{571AAC4E-EBF8-4771-9321-E3269F082C20}" srcOrd="0" destOrd="0" presId="urn:microsoft.com/office/officeart/2005/8/layout/hProcess11"/>
    <dgm:cxn modelId="{6F90251E-6CC6-430C-8E2E-21CFA9310404}" type="presParOf" srcId="{870E6858-4180-4F7F-991C-6C37D9C9AB00}" destId="{8A5B11D6-327E-489A-B2BA-D78C65903D56}" srcOrd="1" destOrd="0" presId="urn:microsoft.com/office/officeart/2005/8/layout/hProcess11"/>
    <dgm:cxn modelId="{08C778BF-6D50-44D1-81F7-3630A63FED81}" type="presParOf" srcId="{870E6858-4180-4F7F-991C-6C37D9C9AB00}" destId="{52EDA16D-6D88-4AE9-8101-C5AB84E0982E}" srcOrd="2" destOrd="0" presId="urn:microsoft.com/office/officeart/2005/8/layout/hProcess11"/>
    <dgm:cxn modelId="{E6073261-26C1-4946-A6F5-09990468A9B7}" type="presParOf" srcId="{18FD6802-FE1A-45F2-B808-1A283FE0DC4C}" destId="{A3C178F7-A074-4298-BB0E-B35A7939764D}" srcOrd="3" destOrd="0" presId="urn:microsoft.com/office/officeart/2005/8/layout/hProcess11"/>
    <dgm:cxn modelId="{91135592-1B00-421A-B50A-F96A46B22E2E}" type="presParOf" srcId="{18FD6802-FE1A-45F2-B808-1A283FE0DC4C}" destId="{144FC5C5-8828-4FEA-9DF9-FCAAC2ED79A3}" srcOrd="4" destOrd="0" presId="urn:microsoft.com/office/officeart/2005/8/layout/hProcess11"/>
    <dgm:cxn modelId="{791F15BC-3F99-4FCF-891A-D3059A5B1529}" type="presParOf" srcId="{144FC5C5-8828-4FEA-9DF9-FCAAC2ED79A3}" destId="{A1ACC635-2ADB-456A-8ED3-F7A96D345690}" srcOrd="0" destOrd="0" presId="urn:microsoft.com/office/officeart/2005/8/layout/hProcess11"/>
    <dgm:cxn modelId="{3D13BBCD-0EF4-4E44-80D1-6C60E0D15431}" type="presParOf" srcId="{144FC5C5-8828-4FEA-9DF9-FCAAC2ED79A3}" destId="{215A5413-D70B-45DD-8A78-EC7DD204B6F7}" srcOrd="1" destOrd="0" presId="urn:microsoft.com/office/officeart/2005/8/layout/hProcess11"/>
    <dgm:cxn modelId="{D30F0BE2-952E-4401-82EA-9BF18D4CCEB6}" type="presParOf" srcId="{144FC5C5-8828-4FEA-9DF9-FCAAC2ED79A3}" destId="{6F16E8EA-0CFC-4747-9CCB-667E308C4DB3}" srcOrd="2" destOrd="0" presId="urn:microsoft.com/office/officeart/2005/8/layout/hProcess11"/>
    <dgm:cxn modelId="{A7D3ACF8-03DC-48C8-8131-029C7FA86D98}" type="presParOf" srcId="{18FD6802-FE1A-45F2-B808-1A283FE0DC4C}" destId="{1B9E56E2-690E-4C51-BA6A-B2321BD8C339}" srcOrd="5" destOrd="0" presId="urn:microsoft.com/office/officeart/2005/8/layout/hProcess11"/>
    <dgm:cxn modelId="{E4F0EC69-B413-4ACC-9435-FC40A14A6D0F}" type="presParOf" srcId="{18FD6802-FE1A-45F2-B808-1A283FE0DC4C}" destId="{7A481EB2-F7ED-49CD-B59A-A53D4B11660D}" srcOrd="6" destOrd="0" presId="urn:microsoft.com/office/officeart/2005/8/layout/hProcess11"/>
    <dgm:cxn modelId="{A3443845-8E53-4949-A6A8-1C5924DEE8B4}" type="presParOf" srcId="{7A481EB2-F7ED-49CD-B59A-A53D4B11660D}" destId="{CD94F0E8-69D4-4C6D-BA99-6BD0F3879B4B}" srcOrd="0" destOrd="0" presId="urn:microsoft.com/office/officeart/2005/8/layout/hProcess11"/>
    <dgm:cxn modelId="{651721BD-07D2-4920-8281-B41E44862720}" type="presParOf" srcId="{7A481EB2-F7ED-49CD-B59A-A53D4B11660D}" destId="{7C51DC93-0D01-403C-A517-534491AAE5ED}" srcOrd="1" destOrd="0" presId="urn:microsoft.com/office/officeart/2005/8/layout/hProcess11"/>
    <dgm:cxn modelId="{BAD0AB88-6213-4038-8383-D98608AF6103}" type="presParOf" srcId="{7A481EB2-F7ED-49CD-B59A-A53D4B11660D}" destId="{53747640-B561-4CDB-83E8-DD251B540B69}" srcOrd="2" destOrd="0" presId="urn:microsoft.com/office/officeart/2005/8/layout/hProcess11"/>
    <dgm:cxn modelId="{17FB0D74-395B-4015-A2D3-552B492DC634}" type="presParOf" srcId="{18FD6802-FE1A-45F2-B808-1A283FE0DC4C}" destId="{61A18D1C-4B95-4A55-9482-C1E49A2F939E}" srcOrd="7" destOrd="0" presId="urn:microsoft.com/office/officeart/2005/8/layout/hProcess11"/>
    <dgm:cxn modelId="{4E23FF68-13AC-462A-84A0-E1CB661733B4}" type="presParOf" srcId="{18FD6802-FE1A-45F2-B808-1A283FE0DC4C}" destId="{71E452EA-C849-4253-91AF-F045D8B763A9}" srcOrd="8" destOrd="0" presId="urn:microsoft.com/office/officeart/2005/8/layout/hProcess11"/>
    <dgm:cxn modelId="{2882D6B6-F392-48BE-903B-A27534AAE514}" type="presParOf" srcId="{71E452EA-C849-4253-91AF-F045D8B763A9}" destId="{62636AE2-A812-4303-92E4-20A9CD35EE5D}" srcOrd="0" destOrd="0" presId="urn:microsoft.com/office/officeart/2005/8/layout/hProcess11"/>
    <dgm:cxn modelId="{C6DB72B8-783D-4CEA-82DE-C563E8EA6EC3}" type="presParOf" srcId="{71E452EA-C849-4253-91AF-F045D8B763A9}" destId="{81DFA0BF-A40B-4C58-A5FA-78E86AB90312}" srcOrd="1" destOrd="0" presId="urn:microsoft.com/office/officeart/2005/8/layout/hProcess11"/>
    <dgm:cxn modelId="{DA7DB024-E591-4C30-887F-BA51CDC48B37}" type="presParOf" srcId="{71E452EA-C849-4253-91AF-F045D8B763A9}" destId="{1B4288BD-BAC0-4D79-91C6-64F1FACBC43D}" srcOrd="2" destOrd="0" presId="urn:microsoft.com/office/officeart/2005/8/layout/hProcess11"/>
    <dgm:cxn modelId="{90D320A3-03DB-4427-88A2-C83FC13833C5}" type="presParOf" srcId="{18FD6802-FE1A-45F2-B808-1A283FE0DC4C}" destId="{18C136FE-C870-45DB-99B4-26C3A12E3820}" srcOrd="9" destOrd="0" presId="urn:microsoft.com/office/officeart/2005/8/layout/hProcess11"/>
    <dgm:cxn modelId="{921CEA1D-5FA5-494C-B061-2274ACC66A04}" type="presParOf" srcId="{18FD6802-FE1A-45F2-B808-1A283FE0DC4C}" destId="{A680A17E-FC44-4A38-80AE-5C54B7E829E5}" srcOrd="10" destOrd="0" presId="urn:microsoft.com/office/officeart/2005/8/layout/hProcess11"/>
    <dgm:cxn modelId="{C3691772-C597-4C0C-A01A-1028435334E6}" type="presParOf" srcId="{A680A17E-FC44-4A38-80AE-5C54B7E829E5}" destId="{E74FAB4A-21DB-4734-AE98-A0A3F71BE86B}" srcOrd="0" destOrd="0" presId="urn:microsoft.com/office/officeart/2005/8/layout/hProcess11"/>
    <dgm:cxn modelId="{E53D8F94-4289-421E-8023-7B8223255E7E}" type="presParOf" srcId="{A680A17E-FC44-4A38-80AE-5C54B7E829E5}" destId="{F9D9C1CA-F35C-4D7F-AF31-AF7FA54C830A}" srcOrd="1" destOrd="0" presId="urn:microsoft.com/office/officeart/2005/8/layout/hProcess11"/>
    <dgm:cxn modelId="{2794C0A2-CA00-4C89-A2B4-A639E708A1C8}" type="presParOf" srcId="{A680A17E-FC44-4A38-80AE-5C54B7E829E5}" destId="{54785BBE-263E-4CCF-91A0-9B7E92FE216C}" srcOrd="2" destOrd="0" presId="urn:microsoft.com/office/officeart/2005/8/layout/hProcess11"/>
    <dgm:cxn modelId="{CD0FDCA0-88CD-4D79-9D9F-C6C2FCBBD0C8}" type="presParOf" srcId="{18FD6802-FE1A-45F2-B808-1A283FE0DC4C}" destId="{4B55C0CA-D861-43C4-B042-ACB918ACBEB5}" srcOrd="11" destOrd="0" presId="urn:microsoft.com/office/officeart/2005/8/layout/hProcess11"/>
    <dgm:cxn modelId="{8619EC2A-A565-45D6-B6E2-32D2EB051BF3}" type="presParOf" srcId="{18FD6802-FE1A-45F2-B808-1A283FE0DC4C}" destId="{B85A6B32-0770-43B9-8037-96AF884D6883}" srcOrd="12" destOrd="0" presId="urn:microsoft.com/office/officeart/2005/8/layout/hProcess11"/>
    <dgm:cxn modelId="{0AE046BE-C180-40A8-9E1B-7DDE9B0B4D61}" type="presParOf" srcId="{B85A6B32-0770-43B9-8037-96AF884D6883}" destId="{B73DB12A-A7AC-40C7-A2B2-546934E7A049}" srcOrd="0" destOrd="0" presId="urn:microsoft.com/office/officeart/2005/8/layout/hProcess11"/>
    <dgm:cxn modelId="{7F68AA4E-2DC5-402F-B67E-ECF8C422621A}" type="presParOf" srcId="{B85A6B32-0770-43B9-8037-96AF884D6883}" destId="{F4A98418-91B7-48B3-B8D6-4E90DA6696F2}" srcOrd="1" destOrd="0" presId="urn:microsoft.com/office/officeart/2005/8/layout/hProcess11"/>
    <dgm:cxn modelId="{89D6474C-CC0B-4A2D-90A8-8252796DE4C3}" type="presParOf" srcId="{B85A6B32-0770-43B9-8037-96AF884D6883}" destId="{8C82C0B8-A325-43E8-B01E-0E9625F07EF6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14FD17C-4C93-4AF4-9490-EB99945504F5}" type="doc">
      <dgm:prSet loTypeId="urn:microsoft.com/office/officeart/2005/8/layout/hList1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IN"/>
        </a:p>
      </dgm:t>
    </dgm:pt>
    <dgm:pt modelId="{F248BA9D-CC7D-45C2-85C1-077B18B88191}">
      <dgm:prSet/>
      <dgm:spPr/>
      <dgm:t>
        <a:bodyPr/>
        <a:lstStyle/>
        <a:p>
          <a:r>
            <a:rPr lang="en-IN" b="1"/>
            <a:t>Observation:-</a:t>
          </a:r>
          <a:endParaRPr lang="en-IN"/>
        </a:p>
      </dgm:t>
    </dgm:pt>
    <dgm:pt modelId="{5B8FA307-F28D-414D-90AE-A13DBE7D761D}" type="parTrans" cxnId="{FC738B06-AC74-4F30-A873-499F3BAF35F4}">
      <dgm:prSet/>
      <dgm:spPr/>
      <dgm:t>
        <a:bodyPr/>
        <a:lstStyle/>
        <a:p>
          <a:endParaRPr lang="en-IN"/>
        </a:p>
      </dgm:t>
    </dgm:pt>
    <dgm:pt modelId="{5417D43A-F843-4715-8E04-C41E083C6400}" type="sibTrans" cxnId="{FC738B06-AC74-4F30-A873-499F3BAF35F4}">
      <dgm:prSet/>
      <dgm:spPr/>
      <dgm:t>
        <a:bodyPr/>
        <a:lstStyle/>
        <a:p>
          <a:endParaRPr lang="en-IN"/>
        </a:p>
      </dgm:t>
    </dgm:pt>
    <dgm:pt modelId="{C151ABC1-B3DF-4C2F-9702-BCEBD24BB092}">
      <dgm:prSet/>
      <dgm:spPr/>
      <dgm:t>
        <a:bodyPr/>
        <a:lstStyle/>
        <a:p>
          <a:r>
            <a:rPr lang="en-IN"/>
            <a:t>From the chart, </a:t>
          </a:r>
          <a:r>
            <a:rPr lang="en-IN" b="1"/>
            <a:t>Sugarcane and Chilli</a:t>
          </a:r>
          <a:r>
            <a:rPr lang="en-IN"/>
            <a:t> have the highest average profit. Some crops have negative average profit.</a:t>
          </a:r>
        </a:p>
      </dgm:t>
    </dgm:pt>
    <dgm:pt modelId="{1EA8021B-CB63-42E4-A9C7-37063593AA26}" type="parTrans" cxnId="{F841028E-EE60-4A8B-8DB1-01DAB8B35BC6}">
      <dgm:prSet/>
      <dgm:spPr/>
      <dgm:t>
        <a:bodyPr/>
        <a:lstStyle/>
        <a:p>
          <a:endParaRPr lang="en-IN"/>
        </a:p>
      </dgm:t>
    </dgm:pt>
    <dgm:pt modelId="{E9656E17-8AA4-40E7-92F6-A03EC585D94C}" type="sibTrans" cxnId="{F841028E-EE60-4A8B-8DB1-01DAB8B35BC6}">
      <dgm:prSet/>
      <dgm:spPr/>
      <dgm:t>
        <a:bodyPr/>
        <a:lstStyle/>
        <a:p>
          <a:endParaRPr lang="en-IN"/>
        </a:p>
      </dgm:t>
    </dgm:pt>
    <dgm:pt modelId="{46B41EFB-886C-479C-8703-D47A8D0E4299}">
      <dgm:prSet/>
      <dgm:spPr/>
      <dgm:t>
        <a:bodyPr/>
        <a:lstStyle/>
        <a:p>
          <a:r>
            <a:rPr lang="en-IN"/>
            <a:t>So, profit is quite different from one crop to another</a:t>
          </a:r>
        </a:p>
      </dgm:t>
    </dgm:pt>
    <dgm:pt modelId="{ADE14969-1153-426E-817E-E4CB88F33D2E}" type="parTrans" cxnId="{9B84E36B-B17C-4735-9A2E-89239979DC36}">
      <dgm:prSet/>
      <dgm:spPr/>
      <dgm:t>
        <a:bodyPr/>
        <a:lstStyle/>
        <a:p>
          <a:endParaRPr lang="en-IN"/>
        </a:p>
      </dgm:t>
    </dgm:pt>
    <dgm:pt modelId="{2E6A7CF4-4344-4DAD-AA4F-1CB5B0969298}" type="sibTrans" cxnId="{9B84E36B-B17C-4735-9A2E-89239979DC36}">
      <dgm:prSet/>
      <dgm:spPr/>
      <dgm:t>
        <a:bodyPr/>
        <a:lstStyle/>
        <a:p>
          <a:endParaRPr lang="en-IN"/>
        </a:p>
      </dgm:t>
    </dgm:pt>
    <dgm:pt modelId="{74A5275F-90C6-4221-BC95-2F8B3BA061CB}" type="pres">
      <dgm:prSet presAssocID="{F14FD17C-4C93-4AF4-9490-EB99945504F5}" presName="Name0" presStyleCnt="0">
        <dgm:presLayoutVars>
          <dgm:dir/>
          <dgm:animLvl val="lvl"/>
          <dgm:resizeHandles val="exact"/>
        </dgm:presLayoutVars>
      </dgm:prSet>
      <dgm:spPr/>
    </dgm:pt>
    <dgm:pt modelId="{F34EE0AA-09E1-4B7F-B90A-F91DF0C6376E}" type="pres">
      <dgm:prSet presAssocID="{F248BA9D-CC7D-45C2-85C1-077B18B88191}" presName="composite" presStyleCnt="0"/>
      <dgm:spPr/>
    </dgm:pt>
    <dgm:pt modelId="{5C9BC983-46F0-42A2-AD6D-A8FB0EA0B03B}" type="pres">
      <dgm:prSet presAssocID="{F248BA9D-CC7D-45C2-85C1-077B18B88191}" presName="parTx" presStyleLbl="alignNode1" presStyleIdx="0" presStyleCnt="1" custLinFactNeighborY="-1061">
        <dgm:presLayoutVars>
          <dgm:chMax val="0"/>
          <dgm:chPref val="0"/>
          <dgm:bulletEnabled val="1"/>
        </dgm:presLayoutVars>
      </dgm:prSet>
      <dgm:spPr/>
    </dgm:pt>
    <dgm:pt modelId="{8069E688-B2CF-45AF-92D0-1A3B8ABFB887}" type="pres">
      <dgm:prSet presAssocID="{F248BA9D-CC7D-45C2-85C1-077B18B88191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FC738B06-AC74-4F30-A873-499F3BAF35F4}" srcId="{F14FD17C-4C93-4AF4-9490-EB99945504F5}" destId="{F248BA9D-CC7D-45C2-85C1-077B18B88191}" srcOrd="0" destOrd="0" parTransId="{5B8FA307-F28D-414D-90AE-A13DBE7D761D}" sibTransId="{5417D43A-F843-4715-8E04-C41E083C6400}"/>
    <dgm:cxn modelId="{FE4ECE3F-2DBB-44A1-83CC-1B65C070D179}" type="presOf" srcId="{F14FD17C-4C93-4AF4-9490-EB99945504F5}" destId="{74A5275F-90C6-4221-BC95-2F8B3BA061CB}" srcOrd="0" destOrd="0" presId="urn:microsoft.com/office/officeart/2005/8/layout/hList1"/>
    <dgm:cxn modelId="{BDFFA268-7ABA-4A25-B102-3A00AC94E068}" type="presOf" srcId="{C151ABC1-B3DF-4C2F-9702-BCEBD24BB092}" destId="{8069E688-B2CF-45AF-92D0-1A3B8ABFB887}" srcOrd="0" destOrd="0" presId="urn:microsoft.com/office/officeart/2005/8/layout/hList1"/>
    <dgm:cxn modelId="{9B84E36B-B17C-4735-9A2E-89239979DC36}" srcId="{F248BA9D-CC7D-45C2-85C1-077B18B88191}" destId="{46B41EFB-886C-479C-8703-D47A8D0E4299}" srcOrd="1" destOrd="0" parTransId="{ADE14969-1153-426E-817E-E4CB88F33D2E}" sibTransId="{2E6A7CF4-4344-4DAD-AA4F-1CB5B0969298}"/>
    <dgm:cxn modelId="{F841028E-EE60-4A8B-8DB1-01DAB8B35BC6}" srcId="{F248BA9D-CC7D-45C2-85C1-077B18B88191}" destId="{C151ABC1-B3DF-4C2F-9702-BCEBD24BB092}" srcOrd="0" destOrd="0" parTransId="{1EA8021B-CB63-42E4-A9C7-37063593AA26}" sibTransId="{E9656E17-8AA4-40E7-92F6-A03EC585D94C}"/>
    <dgm:cxn modelId="{B41B78C3-F69F-4163-A6AC-D6EE4509E491}" type="presOf" srcId="{F248BA9D-CC7D-45C2-85C1-077B18B88191}" destId="{5C9BC983-46F0-42A2-AD6D-A8FB0EA0B03B}" srcOrd="0" destOrd="0" presId="urn:microsoft.com/office/officeart/2005/8/layout/hList1"/>
    <dgm:cxn modelId="{C09D8DFC-4335-4A63-86C5-F55EC26D0FB5}" type="presOf" srcId="{46B41EFB-886C-479C-8703-D47A8D0E4299}" destId="{8069E688-B2CF-45AF-92D0-1A3B8ABFB887}" srcOrd="0" destOrd="1" presId="urn:microsoft.com/office/officeart/2005/8/layout/hList1"/>
    <dgm:cxn modelId="{BF39EA32-F903-418E-8EB5-DB8513720344}" type="presParOf" srcId="{74A5275F-90C6-4221-BC95-2F8B3BA061CB}" destId="{F34EE0AA-09E1-4B7F-B90A-F91DF0C6376E}" srcOrd="0" destOrd="0" presId="urn:microsoft.com/office/officeart/2005/8/layout/hList1"/>
    <dgm:cxn modelId="{C058DC1E-E370-4A03-885C-280516BF9875}" type="presParOf" srcId="{F34EE0AA-09E1-4B7F-B90A-F91DF0C6376E}" destId="{5C9BC983-46F0-42A2-AD6D-A8FB0EA0B03B}" srcOrd="0" destOrd="0" presId="urn:microsoft.com/office/officeart/2005/8/layout/hList1"/>
    <dgm:cxn modelId="{CC14A227-B8F5-4A45-9234-F70465798F33}" type="presParOf" srcId="{F34EE0AA-09E1-4B7F-B90A-F91DF0C6376E}" destId="{8069E688-B2CF-45AF-92D0-1A3B8ABFB88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14FD17C-4C93-4AF4-9490-EB99945504F5}" type="doc">
      <dgm:prSet loTypeId="urn:microsoft.com/office/officeart/2005/8/layout/h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F248BA9D-CC7D-45C2-85C1-077B18B88191}">
      <dgm:prSet/>
      <dgm:spPr/>
      <dgm:t>
        <a:bodyPr/>
        <a:lstStyle/>
        <a:p>
          <a:r>
            <a:rPr lang="en-IN" b="1"/>
            <a:t>Observation:-</a:t>
          </a:r>
          <a:endParaRPr lang="en-IN"/>
        </a:p>
      </dgm:t>
    </dgm:pt>
    <dgm:pt modelId="{5B8FA307-F28D-414D-90AE-A13DBE7D761D}" type="parTrans" cxnId="{FC738B06-AC74-4F30-A873-499F3BAF35F4}">
      <dgm:prSet/>
      <dgm:spPr/>
      <dgm:t>
        <a:bodyPr/>
        <a:lstStyle/>
        <a:p>
          <a:endParaRPr lang="en-IN"/>
        </a:p>
      </dgm:t>
    </dgm:pt>
    <dgm:pt modelId="{5417D43A-F843-4715-8E04-C41E083C6400}" type="sibTrans" cxnId="{FC738B06-AC74-4F30-A873-499F3BAF35F4}">
      <dgm:prSet/>
      <dgm:spPr/>
      <dgm:t>
        <a:bodyPr/>
        <a:lstStyle/>
        <a:p>
          <a:endParaRPr lang="en-IN"/>
        </a:p>
      </dgm:t>
    </dgm:pt>
    <dgm:pt modelId="{C151ABC1-B3DF-4C2F-9702-BCEBD24BB092}">
      <dgm:prSet/>
      <dgm:spPr/>
      <dgm:t>
        <a:bodyPr/>
        <a:lstStyle/>
        <a:p>
          <a:r>
            <a:rPr lang="en-IN" b="0" i="0" dirty="0"/>
            <a:t>Drip irrigation has the highest average yield in this dataset. Rainfed farms have the lowest average yield among the four methods.</a:t>
          </a:r>
          <a:endParaRPr lang="en-IN" dirty="0"/>
        </a:p>
      </dgm:t>
    </dgm:pt>
    <dgm:pt modelId="{1EA8021B-CB63-42E4-A9C7-37063593AA26}" type="parTrans" cxnId="{F841028E-EE60-4A8B-8DB1-01DAB8B35BC6}">
      <dgm:prSet/>
      <dgm:spPr/>
      <dgm:t>
        <a:bodyPr/>
        <a:lstStyle/>
        <a:p>
          <a:endParaRPr lang="en-IN"/>
        </a:p>
      </dgm:t>
    </dgm:pt>
    <dgm:pt modelId="{E9656E17-8AA4-40E7-92F6-A03EC585D94C}" type="sibTrans" cxnId="{F841028E-EE60-4A8B-8DB1-01DAB8B35BC6}">
      <dgm:prSet/>
      <dgm:spPr/>
      <dgm:t>
        <a:bodyPr/>
        <a:lstStyle/>
        <a:p>
          <a:endParaRPr lang="en-IN"/>
        </a:p>
      </dgm:t>
    </dgm:pt>
    <dgm:pt modelId="{AA836D32-6E33-407B-A4B1-DEFE3D2F732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0" i="0" dirty="0"/>
            <a:t>This is an observation from the dataset and does not prove that irrigation method alone causes the difference.</a:t>
          </a:r>
        </a:p>
      </dgm:t>
    </dgm:pt>
    <dgm:pt modelId="{CD0EB6D3-7BBB-4698-9C3D-FBBA00C7CD77}" type="parTrans" cxnId="{8F96D9D0-9D50-479B-A957-3B61742F575E}">
      <dgm:prSet/>
      <dgm:spPr/>
      <dgm:t>
        <a:bodyPr/>
        <a:lstStyle/>
        <a:p>
          <a:endParaRPr lang="en-IN"/>
        </a:p>
      </dgm:t>
    </dgm:pt>
    <dgm:pt modelId="{90D2B1C3-7F08-46DD-8770-6D8218F5B47A}" type="sibTrans" cxnId="{8F96D9D0-9D50-479B-A957-3B61742F575E}">
      <dgm:prSet/>
      <dgm:spPr/>
      <dgm:t>
        <a:bodyPr/>
        <a:lstStyle/>
        <a:p>
          <a:endParaRPr lang="en-IN"/>
        </a:p>
      </dgm:t>
    </dgm:pt>
    <dgm:pt modelId="{74A5275F-90C6-4221-BC95-2F8B3BA061CB}" type="pres">
      <dgm:prSet presAssocID="{F14FD17C-4C93-4AF4-9490-EB99945504F5}" presName="Name0" presStyleCnt="0">
        <dgm:presLayoutVars>
          <dgm:dir/>
          <dgm:animLvl val="lvl"/>
          <dgm:resizeHandles val="exact"/>
        </dgm:presLayoutVars>
      </dgm:prSet>
      <dgm:spPr/>
    </dgm:pt>
    <dgm:pt modelId="{F34EE0AA-09E1-4B7F-B90A-F91DF0C6376E}" type="pres">
      <dgm:prSet presAssocID="{F248BA9D-CC7D-45C2-85C1-077B18B88191}" presName="composite" presStyleCnt="0"/>
      <dgm:spPr/>
    </dgm:pt>
    <dgm:pt modelId="{5C9BC983-46F0-42A2-AD6D-A8FB0EA0B03B}" type="pres">
      <dgm:prSet presAssocID="{F248BA9D-CC7D-45C2-85C1-077B18B88191}" presName="parTx" presStyleLbl="alignNode1" presStyleIdx="0" presStyleCnt="1" custLinFactNeighborY="-1061">
        <dgm:presLayoutVars>
          <dgm:chMax val="0"/>
          <dgm:chPref val="0"/>
          <dgm:bulletEnabled val="1"/>
        </dgm:presLayoutVars>
      </dgm:prSet>
      <dgm:spPr/>
    </dgm:pt>
    <dgm:pt modelId="{8069E688-B2CF-45AF-92D0-1A3B8ABFB887}" type="pres">
      <dgm:prSet presAssocID="{F248BA9D-CC7D-45C2-85C1-077B18B88191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FC738B06-AC74-4F30-A873-499F3BAF35F4}" srcId="{F14FD17C-4C93-4AF4-9490-EB99945504F5}" destId="{F248BA9D-CC7D-45C2-85C1-077B18B88191}" srcOrd="0" destOrd="0" parTransId="{5B8FA307-F28D-414D-90AE-A13DBE7D761D}" sibTransId="{5417D43A-F843-4715-8E04-C41E083C6400}"/>
    <dgm:cxn modelId="{FE4ECE3F-2DBB-44A1-83CC-1B65C070D179}" type="presOf" srcId="{F14FD17C-4C93-4AF4-9490-EB99945504F5}" destId="{74A5275F-90C6-4221-BC95-2F8B3BA061CB}" srcOrd="0" destOrd="0" presId="urn:microsoft.com/office/officeart/2005/8/layout/hList1"/>
    <dgm:cxn modelId="{BDFFA268-7ABA-4A25-B102-3A00AC94E068}" type="presOf" srcId="{C151ABC1-B3DF-4C2F-9702-BCEBD24BB092}" destId="{8069E688-B2CF-45AF-92D0-1A3B8ABFB887}" srcOrd="0" destOrd="0" presId="urn:microsoft.com/office/officeart/2005/8/layout/hList1"/>
    <dgm:cxn modelId="{F841028E-EE60-4A8B-8DB1-01DAB8B35BC6}" srcId="{F248BA9D-CC7D-45C2-85C1-077B18B88191}" destId="{C151ABC1-B3DF-4C2F-9702-BCEBD24BB092}" srcOrd="0" destOrd="0" parTransId="{1EA8021B-CB63-42E4-A9C7-37063593AA26}" sibTransId="{E9656E17-8AA4-40E7-92F6-A03EC585D94C}"/>
    <dgm:cxn modelId="{B41B78C3-F69F-4163-A6AC-D6EE4509E491}" type="presOf" srcId="{F248BA9D-CC7D-45C2-85C1-077B18B88191}" destId="{5C9BC983-46F0-42A2-AD6D-A8FB0EA0B03B}" srcOrd="0" destOrd="0" presId="urn:microsoft.com/office/officeart/2005/8/layout/hList1"/>
    <dgm:cxn modelId="{8F96D9D0-9D50-479B-A957-3B61742F575E}" srcId="{F248BA9D-CC7D-45C2-85C1-077B18B88191}" destId="{AA836D32-6E33-407B-A4B1-DEFE3D2F7324}" srcOrd="1" destOrd="0" parTransId="{CD0EB6D3-7BBB-4698-9C3D-FBBA00C7CD77}" sibTransId="{90D2B1C3-7F08-46DD-8770-6D8218F5B47A}"/>
    <dgm:cxn modelId="{1A9385DE-50F4-4DE0-825C-B9DC189D2A65}" type="presOf" srcId="{AA836D32-6E33-407B-A4B1-DEFE3D2F7324}" destId="{8069E688-B2CF-45AF-92D0-1A3B8ABFB887}" srcOrd="0" destOrd="1" presId="urn:microsoft.com/office/officeart/2005/8/layout/hList1"/>
    <dgm:cxn modelId="{BF39EA32-F903-418E-8EB5-DB8513720344}" type="presParOf" srcId="{74A5275F-90C6-4221-BC95-2F8B3BA061CB}" destId="{F34EE0AA-09E1-4B7F-B90A-F91DF0C6376E}" srcOrd="0" destOrd="0" presId="urn:microsoft.com/office/officeart/2005/8/layout/hList1"/>
    <dgm:cxn modelId="{C058DC1E-E370-4A03-885C-280516BF9875}" type="presParOf" srcId="{F34EE0AA-09E1-4B7F-B90A-F91DF0C6376E}" destId="{5C9BC983-46F0-42A2-AD6D-A8FB0EA0B03B}" srcOrd="0" destOrd="0" presId="urn:microsoft.com/office/officeart/2005/8/layout/hList1"/>
    <dgm:cxn modelId="{CC14A227-B8F5-4A45-9234-F70465798F33}" type="presParOf" srcId="{F34EE0AA-09E1-4B7F-B90A-F91DF0C6376E}" destId="{8069E688-B2CF-45AF-92D0-1A3B8ABFB88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14FD17C-4C93-4AF4-9490-EB99945504F5}" type="doc">
      <dgm:prSet loTypeId="urn:microsoft.com/office/officeart/2005/8/layout/h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F248BA9D-CC7D-45C2-85C1-077B18B88191}">
      <dgm:prSet/>
      <dgm:spPr/>
      <dgm:t>
        <a:bodyPr/>
        <a:lstStyle/>
        <a:p>
          <a:r>
            <a:rPr lang="en-IN" b="1"/>
            <a:t>Observation:-</a:t>
          </a:r>
          <a:endParaRPr lang="en-IN"/>
        </a:p>
      </dgm:t>
    </dgm:pt>
    <dgm:pt modelId="{5B8FA307-F28D-414D-90AE-A13DBE7D761D}" type="parTrans" cxnId="{FC738B06-AC74-4F30-A873-499F3BAF35F4}">
      <dgm:prSet/>
      <dgm:spPr/>
      <dgm:t>
        <a:bodyPr/>
        <a:lstStyle/>
        <a:p>
          <a:endParaRPr lang="en-IN"/>
        </a:p>
      </dgm:t>
    </dgm:pt>
    <dgm:pt modelId="{5417D43A-F843-4715-8E04-C41E083C6400}" type="sibTrans" cxnId="{FC738B06-AC74-4F30-A873-499F3BAF35F4}">
      <dgm:prSet/>
      <dgm:spPr/>
      <dgm:t>
        <a:bodyPr/>
        <a:lstStyle/>
        <a:p>
          <a:endParaRPr lang="en-IN"/>
        </a:p>
      </dgm:t>
    </dgm:pt>
    <dgm:pt modelId="{C151ABC1-B3DF-4C2F-9702-BCEBD24BB092}">
      <dgm:prSet/>
      <dgm:spPr/>
      <dgm:t>
        <a:bodyPr/>
        <a:lstStyle/>
        <a:p>
          <a:r>
            <a:rPr lang="en-IN" b="0" i="0" dirty="0"/>
            <a:t>Kharif has the highest average profit. Rabi is lower, while Zaid has negative average profit in this dataset</a:t>
          </a:r>
          <a:endParaRPr lang="en-IN" dirty="0"/>
        </a:p>
      </dgm:t>
    </dgm:pt>
    <dgm:pt modelId="{1EA8021B-CB63-42E4-A9C7-37063593AA26}" type="parTrans" cxnId="{F841028E-EE60-4A8B-8DB1-01DAB8B35BC6}">
      <dgm:prSet/>
      <dgm:spPr/>
      <dgm:t>
        <a:bodyPr/>
        <a:lstStyle/>
        <a:p>
          <a:endParaRPr lang="en-IN"/>
        </a:p>
      </dgm:t>
    </dgm:pt>
    <dgm:pt modelId="{E9656E17-8AA4-40E7-92F6-A03EC585D94C}" type="sibTrans" cxnId="{F841028E-EE60-4A8B-8DB1-01DAB8B35BC6}">
      <dgm:prSet/>
      <dgm:spPr/>
      <dgm:t>
        <a:bodyPr/>
        <a:lstStyle/>
        <a:p>
          <a:endParaRPr lang="en-IN"/>
        </a:p>
      </dgm:t>
    </dgm:pt>
    <dgm:pt modelId="{74A5275F-90C6-4221-BC95-2F8B3BA061CB}" type="pres">
      <dgm:prSet presAssocID="{F14FD17C-4C93-4AF4-9490-EB99945504F5}" presName="Name0" presStyleCnt="0">
        <dgm:presLayoutVars>
          <dgm:dir/>
          <dgm:animLvl val="lvl"/>
          <dgm:resizeHandles val="exact"/>
        </dgm:presLayoutVars>
      </dgm:prSet>
      <dgm:spPr/>
    </dgm:pt>
    <dgm:pt modelId="{F34EE0AA-09E1-4B7F-B90A-F91DF0C6376E}" type="pres">
      <dgm:prSet presAssocID="{F248BA9D-CC7D-45C2-85C1-077B18B88191}" presName="composite" presStyleCnt="0"/>
      <dgm:spPr/>
    </dgm:pt>
    <dgm:pt modelId="{5C9BC983-46F0-42A2-AD6D-A8FB0EA0B03B}" type="pres">
      <dgm:prSet presAssocID="{F248BA9D-CC7D-45C2-85C1-077B18B88191}" presName="parTx" presStyleLbl="alignNode1" presStyleIdx="0" presStyleCnt="1" custLinFactNeighborY="-1061">
        <dgm:presLayoutVars>
          <dgm:chMax val="0"/>
          <dgm:chPref val="0"/>
          <dgm:bulletEnabled val="1"/>
        </dgm:presLayoutVars>
      </dgm:prSet>
      <dgm:spPr/>
    </dgm:pt>
    <dgm:pt modelId="{8069E688-B2CF-45AF-92D0-1A3B8ABFB887}" type="pres">
      <dgm:prSet presAssocID="{F248BA9D-CC7D-45C2-85C1-077B18B88191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FC738B06-AC74-4F30-A873-499F3BAF35F4}" srcId="{F14FD17C-4C93-4AF4-9490-EB99945504F5}" destId="{F248BA9D-CC7D-45C2-85C1-077B18B88191}" srcOrd="0" destOrd="0" parTransId="{5B8FA307-F28D-414D-90AE-A13DBE7D761D}" sibTransId="{5417D43A-F843-4715-8E04-C41E083C6400}"/>
    <dgm:cxn modelId="{FE4ECE3F-2DBB-44A1-83CC-1B65C070D179}" type="presOf" srcId="{F14FD17C-4C93-4AF4-9490-EB99945504F5}" destId="{74A5275F-90C6-4221-BC95-2F8B3BA061CB}" srcOrd="0" destOrd="0" presId="urn:microsoft.com/office/officeart/2005/8/layout/hList1"/>
    <dgm:cxn modelId="{BDFFA268-7ABA-4A25-B102-3A00AC94E068}" type="presOf" srcId="{C151ABC1-B3DF-4C2F-9702-BCEBD24BB092}" destId="{8069E688-B2CF-45AF-92D0-1A3B8ABFB887}" srcOrd="0" destOrd="0" presId="urn:microsoft.com/office/officeart/2005/8/layout/hList1"/>
    <dgm:cxn modelId="{F841028E-EE60-4A8B-8DB1-01DAB8B35BC6}" srcId="{F248BA9D-CC7D-45C2-85C1-077B18B88191}" destId="{C151ABC1-B3DF-4C2F-9702-BCEBD24BB092}" srcOrd="0" destOrd="0" parTransId="{1EA8021B-CB63-42E4-A9C7-37063593AA26}" sibTransId="{E9656E17-8AA4-40E7-92F6-A03EC585D94C}"/>
    <dgm:cxn modelId="{B41B78C3-F69F-4163-A6AC-D6EE4509E491}" type="presOf" srcId="{F248BA9D-CC7D-45C2-85C1-077B18B88191}" destId="{5C9BC983-46F0-42A2-AD6D-A8FB0EA0B03B}" srcOrd="0" destOrd="0" presId="urn:microsoft.com/office/officeart/2005/8/layout/hList1"/>
    <dgm:cxn modelId="{BF39EA32-F903-418E-8EB5-DB8513720344}" type="presParOf" srcId="{74A5275F-90C6-4221-BC95-2F8B3BA061CB}" destId="{F34EE0AA-09E1-4B7F-B90A-F91DF0C6376E}" srcOrd="0" destOrd="0" presId="urn:microsoft.com/office/officeart/2005/8/layout/hList1"/>
    <dgm:cxn modelId="{C058DC1E-E370-4A03-885C-280516BF9875}" type="presParOf" srcId="{F34EE0AA-09E1-4B7F-B90A-F91DF0C6376E}" destId="{5C9BC983-46F0-42A2-AD6D-A8FB0EA0B03B}" srcOrd="0" destOrd="0" presId="urn:microsoft.com/office/officeart/2005/8/layout/hList1"/>
    <dgm:cxn modelId="{CC14A227-B8F5-4A45-9234-F70465798F33}" type="presParOf" srcId="{F34EE0AA-09E1-4B7F-B90A-F91DF0C6376E}" destId="{8069E688-B2CF-45AF-92D0-1A3B8ABFB88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14FD17C-4C93-4AF4-9490-EB99945504F5}" type="doc">
      <dgm:prSet loTypeId="urn:microsoft.com/office/officeart/2005/8/layout/h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F248BA9D-CC7D-45C2-85C1-077B18B88191}">
      <dgm:prSet/>
      <dgm:spPr/>
      <dgm:t>
        <a:bodyPr/>
        <a:lstStyle/>
        <a:p>
          <a:r>
            <a:rPr lang="en-IN" b="1"/>
            <a:t>Observation:-</a:t>
          </a:r>
          <a:endParaRPr lang="en-IN"/>
        </a:p>
      </dgm:t>
    </dgm:pt>
    <dgm:pt modelId="{5B8FA307-F28D-414D-90AE-A13DBE7D761D}" type="parTrans" cxnId="{FC738B06-AC74-4F30-A873-499F3BAF35F4}">
      <dgm:prSet/>
      <dgm:spPr/>
      <dgm:t>
        <a:bodyPr/>
        <a:lstStyle/>
        <a:p>
          <a:endParaRPr lang="en-IN"/>
        </a:p>
      </dgm:t>
    </dgm:pt>
    <dgm:pt modelId="{5417D43A-F843-4715-8E04-C41E083C6400}" type="sibTrans" cxnId="{FC738B06-AC74-4F30-A873-499F3BAF35F4}">
      <dgm:prSet/>
      <dgm:spPr/>
      <dgm:t>
        <a:bodyPr/>
        <a:lstStyle/>
        <a:p>
          <a:endParaRPr lang="en-IN"/>
        </a:p>
      </dgm:t>
    </dgm:pt>
    <dgm:pt modelId="{C151ABC1-B3DF-4C2F-9702-BCEBD24BB09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0" i="0" dirty="0"/>
            <a:t>Punjab and Maharashtra have the highest average profit in the dataset. Andhra Pradesh has the lowest average profit among the states shown.</a:t>
          </a:r>
          <a:endParaRPr lang="en-IN" dirty="0"/>
        </a:p>
      </dgm:t>
    </dgm:pt>
    <dgm:pt modelId="{1EA8021B-CB63-42E4-A9C7-37063593AA26}" type="parTrans" cxnId="{F841028E-EE60-4A8B-8DB1-01DAB8B35BC6}">
      <dgm:prSet/>
      <dgm:spPr/>
      <dgm:t>
        <a:bodyPr/>
        <a:lstStyle/>
        <a:p>
          <a:endParaRPr lang="en-IN"/>
        </a:p>
      </dgm:t>
    </dgm:pt>
    <dgm:pt modelId="{E9656E17-8AA4-40E7-92F6-A03EC585D94C}" type="sibTrans" cxnId="{F841028E-EE60-4A8B-8DB1-01DAB8B35BC6}">
      <dgm:prSet/>
      <dgm:spPr/>
      <dgm:t>
        <a:bodyPr/>
        <a:lstStyle/>
        <a:p>
          <a:endParaRPr lang="en-IN"/>
        </a:p>
      </dgm:t>
    </dgm:pt>
    <dgm:pt modelId="{74A5275F-90C6-4221-BC95-2F8B3BA061CB}" type="pres">
      <dgm:prSet presAssocID="{F14FD17C-4C93-4AF4-9490-EB99945504F5}" presName="Name0" presStyleCnt="0">
        <dgm:presLayoutVars>
          <dgm:dir/>
          <dgm:animLvl val="lvl"/>
          <dgm:resizeHandles val="exact"/>
        </dgm:presLayoutVars>
      </dgm:prSet>
      <dgm:spPr/>
    </dgm:pt>
    <dgm:pt modelId="{F34EE0AA-09E1-4B7F-B90A-F91DF0C6376E}" type="pres">
      <dgm:prSet presAssocID="{F248BA9D-CC7D-45C2-85C1-077B18B88191}" presName="composite" presStyleCnt="0"/>
      <dgm:spPr/>
    </dgm:pt>
    <dgm:pt modelId="{5C9BC983-46F0-42A2-AD6D-A8FB0EA0B03B}" type="pres">
      <dgm:prSet presAssocID="{F248BA9D-CC7D-45C2-85C1-077B18B88191}" presName="parTx" presStyleLbl="alignNode1" presStyleIdx="0" presStyleCnt="1" custLinFactNeighborY="-1061">
        <dgm:presLayoutVars>
          <dgm:chMax val="0"/>
          <dgm:chPref val="0"/>
          <dgm:bulletEnabled val="1"/>
        </dgm:presLayoutVars>
      </dgm:prSet>
      <dgm:spPr/>
    </dgm:pt>
    <dgm:pt modelId="{8069E688-B2CF-45AF-92D0-1A3B8ABFB887}" type="pres">
      <dgm:prSet presAssocID="{F248BA9D-CC7D-45C2-85C1-077B18B88191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FC738B06-AC74-4F30-A873-499F3BAF35F4}" srcId="{F14FD17C-4C93-4AF4-9490-EB99945504F5}" destId="{F248BA9D-CC7D-45C2-85C1-077B18B88191}" srcOrd="0" destOrd="0" parTransId="{5B8FA307-F28D-414D-90AE-A13DBE7D761D}" sibTransId="{5417D43A-F843-4715-8E04-C41E083C6400}"/>
    <dgm:cxn modelId="{FE4ECE3F-2DBB-44A1-83CC-1B65C070D179}" type="presOf" srcId="{F14FD17C-4C93-4AF4-9490-EB99945504F5}" destId="{74A5275F-90C6-4221-BC95-2F8B3BA061CB}" srcOrd="0" destOrd="0" presId="urn:microsoft.com/office/officeart/2005/8/layout/hList1"/>
    <dgm:cxn modelId="{BDFFA268-7ABA-4A25-B102-3A00AC94E068}" type="presOf" srcId="{C151ABC1-B3DF-4C2F-9702-BCEBD24BB092}" destId="{8069E688-B2CF-45AF-92D0-1A3B8ABFB887}" srcOrd="0" destOrd="0" presId="urn:microsoft.com/office/officeart/2005/8/layout/hList1"/>
    <dgm:cxn modelId="{F841028E-EE60-4A8B-8DB1-01DAB8B35BC6}" srcId="{F248BA9D-CC7D-45C2-85C1-077B18B88191}" destId="{C151ABC1-B3DF-4C2F-9702-BCEBD24BB092}" srcOrd="0" destOrd="0" parTransId="{1EA8021B-CB63-42E4-A9C7-37063593AA26}" sibTransId="{E9656E17-8AA4-40E7-92F6-A03EC585D94C}"/>
    <dgm:cxn modelId="{B41B78C3-F69F-4163-A6AC-D6EE4509E491}" type="presOf" srcId="{F248BA9D-CC7D-45C2-85C1-077B18B88191}" destId="{5C9BC983-46F0-42A2-AD6D-A8FB0EA0B03B}" srcOrd="0" destOrd="0" presId="urn:microsoft.com/office/officeart/2005/8/layout/hList1"/>
    <dgm:cxn modelId="{BF39EA32-F903-418E-8EB5-DB8513720344}" type="presParOf" srcId="{74A5275F-90C6-4221-BC95-2F8B3BA061CB}" destId="{F34EE0AA-09E1-4B7F-B90A-F91DF0C6376E}" srcOrd="0" destOrd="0" presId="urn:microsoft.com/office/officeart/2005/8/layout/hList1"/>
    <dgm:cxn modelId="{C058DC1E-E370-4A03-885C-280516BF9875}" type="presParOf" srcId="{F34EE0AA-09E1-4B7F-B90A-F91DF0C6376E}" destId="{5C9BC983-46F0-42A2-AD6D-A8FB0EA0B03B}" srcOrd="0" destOrd="0" presId="urn:microsoft.com/office/officeart/2005/8/layout/hList1"/>
    <dgm:cxn modelId="{CC14A227-B8F5-4A45-9234-F70465798F33}" type="presParOf" srcId="{F34EE0AA-09E1-4B7F-B90A-F91DF0C6376E}" destId="{8069E688-B2CF-45AF-92D0-1A3B8ABFB88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14FD17C-4C93-4AF4-9490-EB99945504F5}" type="doc">
      <dgm:prSet loTypeId="urn:microsoft.com/office/officeart/2005/8/layout/h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F248BA9D-CC7D-45C2-85C1-077B18B88191}">
      <dgm:prSet/>
      <dgm:spPr/>
      <dgm:t>
        <a:bodyPr/>
        <a:lstStyle/>
        <a:p>
          <a:r>
            <a:rPr lang="en-IN" b="1"/>
            <a:t>Observation:-</a:t>
          </a:r>
          <a:endParaRPr lang="en-IN"/>
        </a:p>
      </dgm:t>
    </dgm:pt>
    <dgm:pt modelId="{5B8FA307-F28D-414D-90AE-A13DBE7D761D}" type="parTrans" cxnId="{FC738B06-AC74-4F30-A873-499F3BAF35F4}">
      <dgm:prSet/>
      <dgm:spPr/>
      <dgm:t>
        <a:bodyPr/>
        <a:lstStyle/>
        <a:p>
          <a:endParaRPr lang="en-IN"/>
        </a:p>
      </dgm:t>
    </dgm:pt>
    <dgm:pt modelId="{5417D43A-F843-4715-8E04-C41E083C6400}" type="sibTrans" cxnId="{FC738B06-AC74-4F30-A873-499F3BAF35F4}">
      <dgm:prSet/>
      <dgm:spPr/>
      <dgm:t>
        <a:bodyPr/>
        <a:lstStyle/>
        <a:p>
          <a:endParaRPr lang="en-IN"/>
        </a:p>
      </dgm:t>
    </dgm:pt>
    <dgm:pt modelId="{C151ABC1-B3DF-4C2F-9702-BCEBD24BB09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0" i="0" dirty="0"/>
            <a:t>The points are spread across different water-use and yield levels. The irrigation groups also show different patterns.</a:t>
          </a:r>
          <a:endParaRPr lang="en-IN" dirty="0"/>
        </a:p>
      </dgm:t>
    </dgm:pt>
    <dgm:pt modelId="{1EA8021B-CB63-42E4-A9C7-37063593AA26}" type="parTrans" cxnId="{F841028E-EE60-4A8B-8DB1-01DAB8B35BC6}">
      <dgm:prSet/>
      <dgm:spPr/>
      <dgm:t>
        <a:bodyPr/>
        <a:lstStyle/>
        <a:p>
          <a:endParaRPr lang="en-IN"/>
        </a:p>
      </dgm:t>
    </dgm:pt>
    <dgm:pt modelId="{E9656E17-8AA4-40E7-92F6-A03EC585D94C}" type="sibTrans" cxnId="{F841028E-EE60-4A8B-8DB1-01DAB8B35BC6}">
      <dgm:prSet/>
      <dgm:spPr/>
      <dgm:t>
        <a:bodyPr/>
        <a:lstStyle/>
        <a:p>
          <a:endParaRPr lang="en-IN"/>
        </a:p>
      </dgm:t>
    </dgm:pt>
    <dgm:pt modelId="{9F4151BD-C1B3-4D15-AD37-E97731A6711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0" i="0" dirty="0"/>
            <a:t>Water efficiency is more strongly related to yield than total water used alone in this dataset</a:t>
          </a:r>
        </a:p>
      </dgm:t>
    </dgm:pt>
    <dgm:pt modelId="{58457AD1-C5B6-40DD-9FBE-5354760E323D}" type="parTrans" cxnId="{B55973A7-184F-48A8-9471-357326A39062}">
      <dgm:prSet/>
      <dgm:spPr/>
      <dgm:t>
        <a:bodyPr/>
        <a:lstStyle/>
        <a:p>
          <a:endParaRPr lang="en-IN"/>
        </a:p>
      </dgm:t>
    </dgm:pt>
    <dgm:pt modelId="{3575BCEA-2A93-46DD-963F-A55E95E2321F}" type="sibTrans" cxnId="{B55973A7-184F-48A8-9471-357326A39062}">
      <dgm:prSet/>
      <dgm:spPr/>
      <dgm:t>
        <a:bodyPr/>
        <a:lstStyle/>
        <a:p>
          <a:endParaRPr lang="en-IN"/>
        </a:p>
      </dgm:t>
    </dgm:pt>
    <dgm:pt modelId="{74A5275F-90C6-4221-BC95-2F8B3BA061CB}" type="pres">
      <dgm:prSet presAssocID="{F14FD17C-4C93-4AF4-9490-EB99945504F5}" presName="Name0" presStyleCnt="0">
        <dgm:presLayoutVars>
          <dgm:dir/>
          <dgm:animLvl val="lvl"/>
          <dgm:resizeHandles val="exact"/>
        </dgm:presLayoutVars>
      </dgm:prSet>
      <dgm:spPr/>
    </dgm:pt>
    <dgm:pt modelId="{F34EE0AA-09E1-4B7F-B90A-F91DF0C6376E}" type="pres">
      <dgm:prSet presAssocID="{F248BA9D-CC7D-45C2-85C1-077B18B88191}" presName="composite" presStyleCnt="0"/>
      <dgm:spPr/>
    </dgm:pt>
    <dgm:pt modelId="{5C9BC983-46F0-42A2-AD6D-A8FB0EA0B03B}" type="pres">
      <dgm:prSet presAssocID="{F248BA9D-CC7D-45C2-85C1-077B18B88191}" presName="parTx" presStyleLbl="alignNode1" presStyleIdx="0" presStyleCnt="1" custLinFactNeighborY="-1061">
        <dgm:presLayoutVars>
          <dgm:chMax val="0"/>
          <dgm:chPref val="0"/>
          <dgm:bulletEnabled val="1"/>
        </dgm:presLayoutVars>
      </dgm:prSet>
      <dgm:spPr/>
    </dgm:pt>
    <dgm:pt modelId="{8069E688-B2CF-45AF-92D0-1A3B8ABFB887}" type="pres">
      <dgm:prSet presAssocID="{F248BA9D-CC7D-45C2-85C1-077B18B88191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FC738B06-AC74-4F30-A873-499F3BAF35F4}" srcId="{F14FD17C-4C93-4AF4-9490-EB99945504F5}" destId="{F248BA9D-CC7D-45C2-85C1-077B18B88191}" srcOrd="0" destOrd="0" parTransId="{5B8FA307-F28D-414D-90AE-A13DBE7D761D}" sibTransId="{5417D43A-F843-4715-8E04-C41E083C6400}"/>
    <dgm:cxn modelId="{BA4B9029-5B92-425C-9ED0-B99040163CD8}" type="presOf" srcId="{9F4151BD-C1B3-4D15-AD37-E97731A67118}" destId="{8069E688-B2CF-45AF-92D0-1A3B8ABFB887}" srcOrd="0" destOrd="1" presId="urn:microsoft.com/office/officeart/2005/8/layout/hList1"/>
    <dgm:cxn modelId="{FE4ECE3F-2DBB-44A1-83CC-1B65C070D179}" type="presOf" srcId="{F14FD17C-4C93-4AF4-9490-EB99945504F5}" destId="{74A5275F-90C6-4221-BC95-2F8B3BA061CB}" srcOrd="0" destOrd="0" presId="urn:microsoft.com/office/officeart/2005/8/layout/hList1"/>
    <dgm:cxn modelId="{BDFFA268-7ABA-4A25-B102-3A00AC94E068}" type="presOf" srcId="{C151ABC1-B3DF-4C2F-9702-BCEBD24BB092}" destId="{8069E688-B2CF-45AF-92D0-1A3B8ABFB887}" srcOrd="0" destOrd="0" presId="urn:microsoft.com/office/officeart/2005/8/layout/hList1"/>
    <dgm:cxn modelId="{F841028E-EE60-4A8B-8DB1-01DAB8B35BC6}" srcId="{F248BA9D-CC7D-45C2-85C1-077B18B88191}" destId="{C151ABC1-B3DF-4C2F-9702-BCEBD24BB092}" srcOrd="0" destOrd="0" parTransId="{1EA8021B-CB63-42E4-A9C7-37063593AA26}" sibTransId="{E9656E17-8AA4-40E7-92F6-A03EC585D94C}"/>
    <dgm:cxn modelId="{B55973A7-184F-48A8-9471-357326A39062}" srcId="{F248BA9D-CC7D-45C2-85C1-077B18B88191}" destId="{9F4151BD-C1B3-4D15-AD37-E97731A67118}" srcOrd="1" destOrd="0" parTransId="{58457AD1-C5B6-40DD-9FBE-5354760E323D}" sibTransId="{3575BCEA-2A93-46DD-963F-A55E95E2321F}"/>
    <dgm:cxn modelId="{B41B78C3-F69F-4163-A6AC-D6EE4509E491}" type="presOf" srcId="{F248BA9D-CC7D-45C2-85C1-077B18B88191}" destId="{5C9BC983-46F0-42A2-AD6D-A8FB0EA0B03B}" srcOrd="0" destOrd="0" presId="urn:microsoft.com/office/officeart/2005/8/layout/hList1"/>
    <dgm:cxn modelId="{BF39EA32-F903-418E-8EB5-DB8513720344}" type="presParOf" srcId="{74A5275F-90C6-4221-BC95-2F8B3BA061CB}" destId="{F34EE0AA-09E1-4B7F-B90A-F91DF0C6376E}" srcOrd="0" destOrd="0" presId="urn:microsoft.com/office/officeart/2005/8/layout/hList1"/>
    <dgm:cxn modelId="{C058DC1E-E370-4A03-885C-280516BF9875}" type="presParOf" srcId="{F34EE0AA-09E1-4B7F-B90A-F91DF0C6376E}" destId="{5C9BC983-46F0-42A2-AD6D-A8FB0EA0B03B}" srcOrd="0" destOrd="0" presId="urn:microsoft.com/office/officeart/2005/8/layout/hList1"/>
    <dgm:cxn modelId="{CC14A227-B8F5-4A45-9234-F70465798F33}" type="presParOf" srcId="{F34EE0AA-09E1-4B7F-B90A-F91DF0C6376E}" destId="{8069E688-B2CF-45AF-92D0-1A3B8ABFB88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14FD17C-4C93-4AF4-9490-EB99945504F5}" type="doc">
      <dgm:prSet loTypeId="urn:microsoft.com/office/officeart/2005/8/layout/h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F248BA9D-CC7D-45C2-85C1-077B18B88191}">
      <dgm:prSet/>
      <dgm:spPr/>
      <dgm:t>
        <a:bodyPr/>
        <a:lstStyle/>
        <a:p>
          <a:r>
            <a:rPr lang="en-IN" b="1"/>
            <a:t>Observation:-</a:t>
          </a:r>
          <a:endParaRPr lang="en-IN"/>
        </a:p>
      </dgm:t>
    </dgm:pt>
    <dgm:pt modelId="{5B8FA307-F28D-414D-90AE-A13DBE7D761D}" type="parTrans" cxnId="{FC738B06-AC74-4F30-A873-499F3BAF35F4}">
      <dgm:prSet/>
      <dgm:spPr/>
      <dgm:t>
        <a:bodyPr/>
        <a:lstStyle/>
        <a:p>
          <a:endParaRPr lang="en-IN"/>
        </a:p>
      </dgm:t>
    </dgm:pt>
    <dgm:pt modelId="{5417D43A-F843-4715-8E04-C41E083C6400}" type="sibTrans" cxnId="{FC738B06-AC74-4F30-A873-499F3BAF35F4}">
      <dgm:prSet/>
      <dgm:spPr/>
      <dgm:t>
        <a:bodyPr/>
        <a:lstStyle/>
        <a:p>
          <a:endParaRPr lang="en-IN"/>
        </a:p>
      </dgm:t>
    </dgm:pt>
    <dgm:pt modelId="{C151ABC1-B3DF-4C2F-9702-BCEBD24BB09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0" i="0"/>
            <a:t>Sugarcane has a much higher average water-efficiency value than the other crops. Maize also has relatively high water efficiency.</a:t>
          </a:r>
          <a:endParaRPr lang="en-IN" dirty="0"/>
        </a:p>
      </dgm:t>
    </dgm:pt>
    <dgm:pt modelId="{1EA8021B-CB63-42E4-A9C7-37063593AA26}" type="parTrans" cxnId="{F841028E-EE60-4A8B-8DB1-01DAB8B35BC6}">
      <dgm:prSet/>
      <dgm:spPr/>
      <dgm:t>
        <a:bodyPr/>
        <a:lstStyle/>
        <a:p>
          <a:endParaRPr lang="en-IN"/>
        </a:p>
      </dgm:t>
    </dgm:pt>
    <dgm:pt modelId="{E9656E17-8AA4-40E7-92F6-A03EC585D94C}" type="sibTrans" cxnId="{F841028E-EE60-4A8B-8DB1-01DAB8B35BC6}">
      <dgm:prSet/>
      <dgm:spPr/>
      <dgm:t>
        <a:bodyPr/>
        <a:lstStyle/>
        <a:p>
          <a:endParaRPr lang="en-IN"/>
        </a:p>
      </dgm:t>
    </dgm:pt>
    <dgm:pt modelId="{444EB342-9229-4852-B0A7-0DDDBEFCF0F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0" i="0" dirty="0"/>
            <a:t>Sugarcane is quite different from the other crops, so this value should be considered as an outlier when comparing crops.</a:t>
          </a:r>
        </a:p>
      </dgm:t>
    </dgm:pt>
    <dgm:pt modelId="{291ECB66-4831-4B52-859D-241C28000151}" type="parTrans" cxnId="{DEB7E6C0-4F6B-44B0-B17C-183155BB99A1}">
      <dgm:prSet/>
      <dgm:spPr/>
      <dgm:t>
        <a:bodyPr/>
        <a:lstStyle/>
        <a:p>
          <a:endParaRPr lang="en-IN"/>
        </a:p>
      </dgm:t>
    </dgm:pt>
    <dgm:pt modelId="{69930442-C471-4EFF-97A8-210CF7E7AF0A}" type="sibTrans" cxnId="{DEB7E6C0-4F6B-44B0-B17C-183155BB99A1}">
      <dgm:prSet/>
      <dgm:spPr/>
      <dgm:t>
        <a:bodyPr/>
        <a:lstStyle/>
        <a:p>
          <a:endParaRPr lang="en-IN"/>
        </a:p>
      </dgm:t>
    </dgm:pt>
    <dgm:pt modelId="{74A5275F-90C6-4221-BC95-2F8B3BA061CB}" type="pres">
      <dgm:prSet presAssocID="{F14FD17C-4C93-4AF4-9490-EB99945504F5}" presName="Name0" presStyleCnt="0">
        <dgm:presLayoutVars>
          <dgm:dir/>
          <dgm:animLvl val="lvl"/>
          <dgm:resizeHandles val="exact"/>
        </dgm:presLayoutVars>
      </dgm:prSet>
      <dgm:spPr/>
    </dgm:pt>
    <dgm:pt modelId="{F34EE0AA-09E1-4B7F-B90A-F91DF0C6376E}" type="pres">
      <dgm:prSet presAssocID="{F248BA9D-CC7D-45C2-85C1-077B18B88191}" presName="composite" presStyleCnt="0"/>
      <dgm:spPr/>
    </dgm:pt>
    <dgm:pt modelId="{5C9BC983-46F0-42A2-AD6D-A8FB0EA0B03B}" type="pres">
      <dgm:prSet presAssocID="{F248BA9D-CC7D-45C2-85C1-077B18B88191}" presName="parTx" presStyleLbl="alignNode1" presStyleIdx="0" presStyleCnt="1" custLinFactNeighborY="-1061">
        <dgm:presLayoutVars>
          <dgm:chMax val="0"/>
          <dgm:chPref val="0"/>
          <dgm:bulletEnabled val="1"/>
        </dgm:presLayoutVars>
      </dgm:prSet>
      <dgm:spPr/>
    </dgm:pt>
    <dgm:pt modelId="{8069E688-B2CF-45AF-92D0-1A3B8ABFB887}" type="pres">
      <dgm:prSet presAssocID="{F248BA9D-CC7D-45C2-85C1-077B18B88191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FC738B06-AC74-4F30-A873-499F3BAF35F4}" srcId="{F14FD17C-4C93-4AF4-9490-EB99945504F5}" destId="{F248BA9D-CC7D-45C2-85C1-077B18B88191}" srcOrd="0" destOrd="0" parTransId="{5B8FA307-F28D-414D-90AE-A13DBE7D761D}" sibTransId="{5417D43A-F843-4715-8E04-C41E083C6400}"/>
    <dgm:cxn modelId="{C57A6812-D555-4CD6-8E72-08BBAE9F6263}" type="presOf" srcId="{444EB342-9229-4852-B0A7-0DDDBEFCF0FE}" destId="{8069E688-B2CF-45AF-92D0-1A3B8ABFB887}" srcOrd="0" destOrd="1" presId="urn:microsoft.com/office/officeart/2005/8/layout/hList1"/>
    <dgm:cxn modelId="{FE4ECE3F-2DBB-44A1-83CC-1B65C070D179}" type="presOf" srcId="{F14FD17C-4C93-4AF4-9490-EB99945504F5}" destId="{74A5275F-90C6-4221-BC95-2F8B3BA061CB}" srcOrd="0" destOrd="0" presId="urn:microsoft.com/office/officeart/2005/8/layout/hList1"/>
    <dgm:cxn modelId="{BDFFA268-7ABA-4A25-B102-3A00AC94E068}" type="presOf" srcId="{C151ABC1-B3DF-4C2F-9702-BCEBD24BB092}" destId="{8069E688-B2CF-45AF-92D0-1A3B8ABFB887}" srcOrd="0" destOrd="0" presId="urn:microsoft.com/office/officeart/2005/8/layout/hList1"/>
    <dgm:cxn modelId="{F841028E-EE60-4A8B-8DB1-01DAB8B35BC6}" srcId="{F248BA9D-CC7D-45C2-85C1-077B18B88191}" destId="{C151ABC1-B3DF-4C2F-9702-BCEBD24BB092}" srcOrd="0" destOrd="0" parTransId="{1EA8021B-CB63-42E4-A9C7-37063593AA26}" sibTransId="{E9656E17-8AA4-40E7-92F6-A03EC585D94C}"/>
    <dgm:cxn modelId="{DEB7E6C0-4F6B-44B0-B17C-183155BB99A1}" srcId="{F248BA9D-CC7D-45C2-85C1-077B18B88191}" destId="{444EB342-9229-4852-B0A7-0DDDBEFCF0FE}" srcOrd="1" destOrd="0" parTransId="{291ECB66-4831-4B52-859D-241C28000151}" sibTransId="{69930442-C471-4EFF-97A8-210CF7E7AF0A}"/>
    <dgm:cxn modelId="{B41B78C3-F69F-4163-A6AC-D6EE4509E491}" type="presOf" srcId="{F248BA9D-CC7D-45C2-85C1-077B18B88191}" destId="{5C9BC983-46F0-42A2-AD6D-A8FB0EA0B03B}" srcOrd="0" destOrd="0" presId="urn:microsoft.com/office/officeart/2005/8/layout/hList1"/>
    <dgm:cxn modelId="{BF39EA32-F903-418E-8EB5-DB8513720344}" type="presParOf" srcId="{74A5275F-90C6-4221-BC95-2F8B3BA061CB}" destId="{F34EE0AA-09E1-4B7F-B90A-F91DF0C6376E}" srcOrd="0" destOrd="0" presId="urn:microsoft.com/office/officeart/2005/8/layout/hList1"/>
    <dgm:cxn modelId="{C058DC1E-E370-4A03-885C-280516BF9875}" type="presParOf" srcId="{F34EE0AA-09E1-4B7F-B90A-F91DF0C6376E}" destId="{5C9BC983-46F0-42A2-AD6D-A8FB0EA0B03B}" srcOrd="0" destOrd="0" presId="urn:microsoft.com/office/officeart/2005/8/layout/hList1"/>
    <dgm:cxn modelId="{CC14A227-B8F5-4A45-9234-F70465798F33}" type="presParOf" srcId="{F34EE0AA-09E1-4B7F-B90A-F91DF0C6376E}" destId="{8069E688-B2CF-45AF-92D0-1A3B8ABFB88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14FD17C-4C93-4AF4-9490-EB99945504F5}" type="doc">
      <dgm:prSet loTypeId="urn:microsoft.com/office/officeart/2005/8/layout/h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F248BA9D-CC7D-45C2-85C1-077B18B88191}">
      <dgm:prSet/>
      <dgm:spPr/>
      <dgm:t>
        <a:bodyPr/>
        <a:lstStyle/>
        <a:p>
          <a:r>
            <a:rPr lang="en-IN" b="1"/>
            <a:t>Observation:-</a:t>
          </a:r>
          <a:endParaRPr lang="en-IN"/>
        </a:p>
      </dgm:t>
    </dgm:pt>
    <dgm:pt modelId="{5B8FA307-F28D-414D-90AE-A13DBE7D761D}" type="parTrans" cxnId="{FC738B06-AC74-4F30-A873-499F3BAF35F4}">
      <dgm:prSet/>
      <dgm:spPr/>
      <dgm:t>
        <a:bodyPr/>
        <a:lstStyle/>
        <a:p>
          <a:endParaRPr lang="en-IN"/>
        </a:p>
      </dgm:t>
    </dgm:pt>
    <dgm:pt modelId="{5417D43A-F843-4715-8E04-C41E083C6400}" type="sibTrans" cxnId="{FC738B06-AC74-4F30-A873-499F3BAF35F4}">
      <dgm:prSet/>
      <dgm:spPr/>
      <dgm:t>
        <a:bodyPr/>
        <a:lstStyle/>
        <a:p>
          <a:endParaRPr lang="en-IN"/>
        </a:p>
      </dgm:t>
    </dgm:pt>
    <dgm:pt modelId="{C151ABC1-B3DF-4C2F-9702-BCEBD24BB09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0" i="0" dirty="0"/>
            <a:t>Revenue has a strong positive relationship with Profit.</a:t>
          </a:r>
          <a:endParaRPr lang="en-IN" dirty="0"/>
        </a:p>
      </dgm:t>
    </dgm:pt>
    <dgm:pt modelId="{1EA8021B-CB63-42E4-A9C7-37063593AA26}" type="parTrans" cxnId="{F841028E-EE60-4A8B-8DB1-01DAB8B35BC6}">
      <dgm:prSet/>
      <dgm:spPr/>
      <dgm:t>
        <a:bodyPr/>
        <a:lstStyle/>
        <a:p>
          <a:endParaRPr lang="en-IN"/>
        </a:p>
      </dgm:t>
    </dgm:pt>
    <dgm:pt modelId="{E9656E17-8AA4-40E7-92F6-A03EC585D94C}" type="sibTrans" cxnId="{F841028E-EE60-4A8B-8DB1-01DAB8B35BC6}">
      <dgm:prSet/>
      <dgm:spPr/>
      <dgm:t>
        <a:bodyPr/>
        <a:lstStyle/>
        <a:p>
          <a:endParaRPr lang="en-IN"/>
        </a:p>
      </dgm:t>
    </dgm:pt>
    <dgm:pt modelId="{F226C686-B23C-4CA4-9AE0-873D19C11D1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0" i="0"/>
            <a:t>Production and Yield have a strong relationship.</a:t>
          </a:r>
        </a:p>
      </dgm:t>
    </dgm:pt>
    <dgm:pt modelId="{2CFC6A64-3061-4209-9CF9-DC33F63DB6B2}" type="parTrans" cxnId="{52B4F973-175C-4233-A2A9-EEF5EFF93680}">
      <dgm:prSet/>
      <dgm:spPr/>
      <dgm:t>
        <a:bodyPr/>
        <a:lstStyle/>
        <a:p>
          <a:endParaRPr lang="en-IN"/>
        </a:p>
      </dgm:t>
    </dgm:pt>
    <dgm:pt modelId="{CAA9F5AC-D3D7-4540-98C4-60CAFB323C0F}" type="sibTrans" cxnId="{52B4F973-175C-4233-A2A9-EEF5EFF93680}">
      <dgm:prSet/>
      <dgm:spPr/>
      <dgm:t>
        <a:bodyPr/>
        <a:lstStyle/>
        <a:p>
          <a:endParaRPr lang="en-IN"/>
        </a:p>
      </dgm:t>
    </dgm:pt>
    <dgm:pt modelId="{43EC27C1-30C8-4622-A62A-A95995AC790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0" i="0"/>
            <a:t>Water Efficiency has a very strong positive relationship with Yield.</a:t>
          </a:r>
        </a:p>
      </dgm:t>
    </dgm:pt>
    <dgm:pt modelId="{4CE1E066-2F58-4993-833E-D5711CD358B9}" type="parTrans" cxnId="{A6686F7D-76A5-4DA1-B831-24ECA9171B5A}">
      <dgm:prSet/>
      <dgm:spPr/>
      <dgm:t>
        <a:bodyPr/>
        <a:lstStyle/>
        <a:p>
          <a:endParaRPr lang="en-IN"/>
        </a:p>
      </dgm:t>
    </dgm:pt>
    <dgm:pt modelId="{90F30495-2E5E-4AB7-ACF4-911A2813BB58}" type="sibTrans" cxnId="{A6686F7D-76A5-4DA1-B831-24ECA9171B5A}">
      <dgm:prSet/>
      <dgm:spPr/>
      <dgm:t>
        <a:bodyPr/>
        <a:lstStyle/>
        <a:p>
          <a:endParaRPr lang="en-IN"/>
        </a:p>
      </dgm:t>
    </dgm:pt>
    <dgm:pt modelId="{F182C11F-4CB7-4C16-A9BE-A8F92F5F8F1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0" i="0"/>
            <a:t>Some other variables have weaker relationships.</a:t>
          </a:r>
        </a:p>
      </dgm:t>
    </dgm:pt>
    <dgm:pt modelId="{FE70E377-AC0C-479F-94C1-5BBF6D0EE908}" type="parTrans" cxnId="{8A7BB3D9-BEE9-4F44-8A40-6F4A9E86CADC}">
      <dgm:prSet/>
      <dgm:spPr/>
      <dgm:t>
        <a:bodyPr/>
        <a:lstStyle/>
        <a:p>
          <a:endParaRPr lang="en-IN"/>
        </a:p>
      </dgm:t>
    </dgm:pt>
    <dgm:pt modelId="{559EDE6B-BB7F-4A0E-A299-A3B28368307F}" type="sibTrans" cxnId="{8A7BB3D9-BEE9-4F44-8A40-6F4A9E86CADC}">
      <dgm:prSet/>
      <dgm:spPr/>
      <dgm:t>
        <a:bodyPr/>
        <a:lstStyle/>
        <a:p>
          <a:endParaRPr lang="en-IN"/>
        </a:p>
      </dgm:t>
    </dgm:pt>
    <dgm:pt modelId="{74A5275F-90C6-4221-BC95-2F8B3BA061CB}" type="pres">
      <dgm:prSet presAssocID="{F14FD17C-4C93-4AF4-9490-EB99945504F5}" presName="Name0" presStyleCnt="0">
        <dgm:presLayoutVars>
          <dgm:dir/>
          <dgm:animLvl val="lvl"/>
          <dgm:resizeHandles val="exact"/>
        </dgm:presLayoutVars>
      </dgm:prSet>
      <dgm:spPr/>
    </dgm:pt>
    <dgm:pt modelId="{F34EE0AA-09E1-4B7F-B90A-F91DF0C6376E}" type="pres">
      <dgm:prSet presAssocID="{F248BA9D-CC7D-45C2-85C1-077B18B88191}" presName="composite" presStyleCnt="0"/>
      <dgm:spPr/>
    </dgm:pt>
    <dgm:pt modelId="{5C9BC983-46F0-42A2-AD6D-A8FB0EA0B03B}" type="pres">
      <dgm:prSet presAssocID="{F248BA9D-CC7D-45C2-85C1-077B18B88191}" presName="parTx" presStyleLbl="alignNode1" presStyleIdx="0" presStyleCnt="1" custLinFactNeighborY="-1061">
        <dgm:presLayoutVars>
          <dgm:chMax val="0"/>
          <dgm:chPref val="0"/>
          <dgm:bulletEnabled val="1"/>
        </dgm:presLayoutVars>
      </dgm:prSet>
      <dgm:spPr/>
    </dgm:pt>
    <dgm:pt modelId="{8069E688-B2CF-45AF-92D0-1A3B8ABFB887}" type="pres">
      <dgm:prSet presAssocID="{F248BA9D-CC7D-45C2-85C1-077B18B88191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FC738B06-AC74-4F30-A873-499F3BAF35F4}" srcId="{F14FD17C-4C93-4AF4-9490-EB99945504F5}" destId="{F248BA9D-CC7D-45C2-85C1-077B18B88191}" srcOrd="0" destOrd="0" parTransId="{5B8FA307-F28D-414D-90AE-A13DBE7D761D}" sibTransId="{5417D43A-F843-4715-8E04-C41E083C6400}"/>
    <dgm:cxn modelId="{FE4ECE3F-2DBB-44A1-83CC-1B65C070D179}" type="presOf" srcId="{F14FD17C-4C93-4AF4-9490-EB99945504F5}" destId="{74A5275F-90C6-4221-BC95-2F8B3BA061CB}" srcOrd="0" destOrd="0" presId="urn:microsoft.com/office/officeart/2005/8/layout/hList1"/>
    <dgm:cxn modelId="{BDFFA268-7ABA-4A25-B102-3A00AC94E068}" type="presOf" srcId="{C151ABC1-B3DF-4C2F-9702-BCEBD24BB092}" destId="{8069E688-B2CF-45AF-92D0-1A3B8ABFB887}" srcOrd="0" destOrd="0" presId="urn:microsoft.com/office/officeart/2005/8/layout/hList1"/>
    <dgm:cxn modelId="{52B4F973-175C-4233-A2A9-EEF5EFF93680}" srcId="{F248BA9D-CC7D-45C2-85C1-077B18B88191}" destId="{F226C686-B23C-4CA4-9AE0-873D19C11D10}" srcOrd="1" destOrd="0" parTransId="{2CFC6A64-3061-4209-9CF9-DC33F63DB6B2}" sibTransId="{CAA9F5AC-D3D7-4540-98C4-60CAFB323C0F}"/>
    <dgm:cxn modelId="{96550A7A-268F-40FB-BAE9-56A78B23AEC5}" type="presOf" srcId="{F226C686-B23C-4CA4-9AE0-873D19C11D10}" destId="{8069E688-B2CF-45AF-92D0-1A3B8ABFB887}" srcOrd="0" destOrd="1" presId="urn:microsoft.com/office/officeart/2005/8/layout/hList1"/>
    <dgm:cxn modelId="{A6686F7D-76A5-4DA1-B831-24ECA9171B5A}" srcId="{F248BA9D-CC7D-45C2-85C1-077B18B88191}" destId="{43EC27C1-30C8-4622-A62A-A95995AC790F}" srcOrd="2" destOrd="0" parTransId="{4CE1E066-2F58-4993-833E-D5711CD358B9}" sibTransId="{90F30495-2E5E-4AB7-ACF4-911A2813BB58}"/>
    <dgm:cxn modelId="{F841028E-EE60-4A8B-8DB1-01DAB8B35BC6}" srcId="{F248BA9D-CC7D-45C2-85C1-077B18B88191}" destId="{C151ABC1-B3DF-4C2F-9702-BCEBD24BB092}" srcOrd="0" destOrd="0" parTransId="{1EA8021B-CB63-42E4-A9C7-37063593AA26}" sibTransId="{E9656E17-8AA4-40E7-92F6-A03EC585D94C}"/>
    <dgm:cxn modelId="{12853CB2-F0ED-4B6F-B511-1D6BD9FF5BE3}" type="presOf" srcId="{F182C11F-4CB7-4C16-A9BE-A8F92F5F8F13}" destId="{8069E688-B2CF-45AF-92D0-1A3B8ABFB887}" srcOrd="0" destOrd="3" presId="urn:microsoft.com/office/officeart/2005/8/layout/hList1"/>
    <dgm:cxn modelId="{C2D070B9-C709-4E0A-BB6D-908CEF2B01CF}" type="presOf" srcId="{43EC27C1-30C8-4622-A62A-A95995AC790F}" destId="{8069E688-B2CF-45AF-92D0-1A3B8ABFB887}" srcOrd="0" destOrd="2" presId="urn:microsoft.com/office/officeart/2005/8/layout/hList1"/>
    <dgm:cxn modelId="{B41B78C3-F69F-4163-A6AC-D6EE4509E491}" type="presOf" srcId="{F248BA9D-CC7D-45C2-85C1-077B18B88191}" destId="{5C9BC983-46F0-42A2-AD6D-A8FB0EA0B03B}" srcOrd="0" destOrd="0" presId="urn:microsoft.com/office/officeart/2005/8/layout/hList1"/>
    <dgm:cxn modelId="{8A7BB3D9-BEE9-4F44-8A40-6F4A9E86CADC}" srcId="{F248BA9D-CC7D-45C2-85C1-077B18B88191}" destId="{F182C11F-4CB7-4C16-A9BE-A8F92F5F8F13}" srcOrd="3" destOrd="0" parTransId="{FE70E377-AC0C-479F-94C1-5BBF6D0EE908}" sibTransId="{559EDE6B-BB7F-4A0E-A299-A3B28368307F}"/>
    <dgm:cxn modelId="{BF39EA32-F903-418E-8EB5-DB8513720344}" type="presParOf" srcId="{74A5275F-90C6-4221-BC95-2F8B3BA061CB}" destId="{F34EE0AA-09E1-4B7F-B90A-F91DF0C6376E}" srcOrd="0" destOrd="0" presId="urn:microsoft.com/office/officeart/2005/8/layout/hList1"/>
    <dgm:cxn modelId="{C058DC1E-E370-4A03-885C-280516BF9875}" type="presParOf" srcId="{F34EE0AA-09E1-4B7F-B90A-F91DF0C6376E}" destId="{5C9BC983-46F0-42A2-AD6D-A8FB0EA0B03B}" srcOrd="0" destOrd="0" presId="urn:microsoft.com/office/officeart/2005/8/layout/hList1"/>
    <dgm:cxn modelId="{CC14A227-B8F5-4A45-9234-F70465798F33}" type="presParOf" srcId="{F34EE0AA-09E1-4B7F-B90A-F91DF0C6376E}" destId="{8069E688-B2CF-45AF-92D0-1A3B8ABFB88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EC1493F-0FA3-4F9C-BF58-79DE3BCB52EA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/>
      <dgm:spPr/>
      <dgm:t>
        <a:bodyPr/>
        <a:lstStyle/>
        <a:p>
          <a:endParaRPr lang="en-IN"/>
        </a:p>
      </dgm:t>
    </dgm:pt>
    <dgm:pt modelId="{E71701FF-C3AA-4711-86CF-9A3CB97B877D}">
      <dgm:prSet/>
      <dgm:spPr/>
      <dgm:t>
        <a:bodyPr/>
        <a:lstStyle/>
        <a:p>
          <a:r>
            <a:rPr lang="en-IN" b="1"/>
            <a:t>Predicting crop yield</a:t>
          </a:r>
          <a:r>
            <a:rPr lang="en-IN"/>
            <a:t> using Machine Learning </a:t>
          </a:r>
        </a:p>
      </dgm:t>
    </dgm:pt>
    <dgm:pt modelId="{CBD97D4E-1243-496E-B97C-0735E989911E}" type="parTrans" cxnId="{100117D3-C836-4B23-B9D0-03D3DB896A8E}">
      <dgm:prSet/>
      <dgm:spPr/>
      <dgm:t>
        <a:bodyPr/>
        <a:lstStyle/>
        <a:p>
          <a:endParaRPr lang="en-IN"/>
        </a:p>
      </dgm:t>
    </dgm:pt>
    <dgm:pt modelId="{5662C507-4984-4F58-841A-81C9FAE53FAA}" type="sibTrans" cxnId="{100117D3-C836-4B23-B9D0-03D3DB896A8E}">
      <dgm:prSet/>
      <dgm:spPr/>
      <dgm:t>
        <a:bodyPr/>
        <a:lstStyle/>
        <a:p>
          <a:endParaRPr lang="en-IN"/>
        </a:p>
      </dgm:t>
    </dgm:pt>
    <dgm:pt modelId="{4AAE2D8E-EA6D-4FF6-8496-DBA4FF090302}">
      <dgm:prSet/>
      <dgm:spPr/>
      <dgm:t>
        <a:bodyPr/>
        <a:lstStyle/>
        <a:p>
          <a:r>
            <a:rPr lang="en-IN" b="1"/>
            <a:t>Predicting farm profit</a:t>
          </a:r>
          <a:r>
            <a:rPr lang="en-IN"/>
            <a:t> based on available data </a:t>
          </a:r>
        </a:p>
      </dgm:t>
    </dgm:pt>
    <dgm:pt modelId="{32FECE5B-4096-4587-88E4-B05D7DD2BAA6}" type="parTrans" cxnId="{BBB37C5A-DDAF-4A53-98C6-2B8C8035603D}">
      <dgm:prSet/>
      <dgm:spPr/>
      <dgm:t>
        <a:bodyPr/>
        <a:lstStyle/>
        <a:p>
          <a:endParaRPr lang="en-IN"/>
        </a:p>
      </dgm:t>
    </dgm:pt>
    <dgm:pt modelId="{7172912E-DA17-4396-A1CD-8238B119809B}" type="sibTrans" cxnId="{BBB37C5A-DDAF-4A53-98C6-2B8C8035603D}">
      <dgm:prSet/>
      <dgm:spPr/>
      <dgm:t>
        <a:bodyPr/>
        <a:lstStyle/>
        <a:p>
          <a:endParaRPr lang="en-IN"/>
        </a:p>
      </dgm:t>
    </dgm:pt>
    <dgm:pt modelId="{B6F78056-50CC-47EA-8295-CCA393316BC6}">
      <dgm:prSet/>
      <dgm:spPr/>
      <dgm:t>
        <a:bodyPr/>
        <a:lstStyle/>
        <a:p>
          <a:r>
            <a:rPr lang="en-IN" b="1"/>
            <a:t>Suggesting suitable crops</a:t>
          </a:r>
          <a:r>
            <a:rPr lang="en-IN"/>
            <a:t> for different conditions </a:t>
          </a:r>
        </a:p>
      </dgm:t>
    </dgm:pt>
    <dgm:pt modelId="{FAE1CC9F-5AF1-4C09-80EE-5DBA1A987C93}" type="parTrans" cxnId="{AA2280AA-0F6C-4FC8-9526-A17D9502ED47}">
      <dgm:prSet/>
      <dgm:spPr/>
      <dgm:t>
        <a:bodyPr/>
        <a:lstStyle/>
        <a:p>
          <a:endParaRPr lang="en-IN"/>
        </a:p>
      </dgm:t>
    </dgm:pt>
    <dgm:pt modelId="{DFB188EE-608C-47D4-9519-7560F8C128E0}" type="sibTrans" cxnId="{AA2280AA-0F6C-4FC8-9526-A17D9502ED47}">
      <dgm:prSet/>
      <dgm:spPr/>
      <dgm:t>
        <a:bodyPr/>
        <a:lstStyle/>
        <a:p>
          <a:endParaRPr lang="en-IN"/>
        </a:p>
      </dgm:t>
    </dgm:pt>
    <dgm:pt modelId="{06DA0889-4911-451C-BFCE-069B2A8D9677}">
      <dgm:prSet/>
      <dgm:spPr/>
      <dgm:t>
        <a:bodyPr/>
        <a:lstStyle/>
        <a:p>
          <a:r>
            <a:rPr lang="en-IN" b="1"/>
            <a:t>Suggesting better irrigation methods</a:t>
          </a:r>
          <a:r>
            <a:rPr lang="en-IN"/>
            <a:t> </a:t>
          </a:r>
        </a:p>
      </dgm:t>
    </dgm:pt>
    <dgm:pt modelId="{0CFDF6D8-CBF0-4156-9B31-4861F67740D7}" type="parTrans" cxnId="{F36466A3-833E-4882-940E-6DA717990F8B}">
      <dgm:prSet/>
      <dgm:spPr/>
      <dgm:t>
        <a:bodyPr/>
        <a:lstStyle/>
        <a:p>
          <a:endParaRPr lang="en-IN"/>
        </a:p>
      </dgm:t>
    </dgm:pt>
    <dgm:pt modelId="{B76C6A12-A952-4AF6-8DBD-8FB935C6FE06}" type="sibTrans" cxnId="{F36466A3-833E-4882-940E-6DA717990F8B}">
      <dgm:prSet/>
      <dgm:spPr/>
      <dgm:t>
        <a:bodyPr/>
        <a:lstStyle/>
        <a:p>
          <a:endParaRPr lang="en-IN"/>
        </a:p>
      </dgm:t>
    </dgm:pt>
    <dgm:pt modelId="{1FA4696E-F82A-4B23-B81C-DC005A0D7C7B}">
      <dgm:prSet/>
      <dgm:spPr/>
      <dgm:t>
        <a:bodyPr/>
        <a:lstStyle/>
        <a:p>
          <a:r>
            <a:rPr lang="en-IN" b="1"/>
            <a:t>Adding real-time weather data</a:t>
          </a:r>
          <a:r>
            <a:rPr lang="en-IN"/>
            <a:t> </a:t>
          </a:r>
        </a:p>
      </dgm:t>
    </dgm:pt>
    <dgm:pt modelId="{A78332B0-C91C-4308-94F6-FFB912F65FB4}" type="parTrans" cxnId="{C9743304-1871-4D54-AC94-B5886B7E661D}">
      <dgm:prSet/>
      <dgm:spPr/>
      <dgm:t>
        <a:bodyPr/>
        <a:lstStyle/>
        <a:p>
          <a:endParaRPr lang="en-IN"/>
        </a:p>
      </dgm:t>
    </dgm:pt>
    <dgm:pt modelId="{2EFEAD8D-BDB8-4693-B1C4-A38B461BA682}" type="sibTrans" cxnId="{C9743304-1871-4D54-AC94-B5886B7E661D}">
      <dgm:prSet/>
      <dgm:spPr/>
      <dgm:t>
        <a:bodyPr/>
        <a:lstStyle/>
        <a:p>
          <a:endParaRPr lang="en-IN"/>
        </a:p>
      </dgm:t>
    </dgm:pt>
    <dgm:pt modelId="{AB614CE9-1DCC-434D-AAAC-ADE19B7E989B}">
      <dgm:prSet/>
      <dgm:spPr/>
      <dgm:t>
        <a:bodyPr/>
        <a:lstStyle/>
        <a:p>
          <a:r>
            <a:rPr lang="en-IN" b="1"/>
            <a:t>Creating an interactive dashboard</a:t>
          </a:r>
          <a:r>
            <a:rPr lang="en-IN"/>
            <a:t> using Power BI or Tableau</a:t>
          </a:r>
        </a:p>
      </dgm:t>
    </dgm:pt>
    <dgm:pt modelId="{EF3EE511-AF33-4DAB-A452-2CF281F0856D}" type="parTrans" cxnId="{475E76BA-C4A1-4DFE-B101-62694A286307}">
      <dgm:prSet/>
      <dgm:spPr/>
      <dgm:t>
        <a:bodyPr/>
        <a:lstStyle/>
        <a:p>
          <a:endParaRPr lang="en-IN"/>
        </a:p>
      </dgm:t>
    </dgm:pt>
    <dgm:pt modelId="{E5213F78-E138-46C6-B6AA-3C91EB4B7B2F}" type="sibTrans" cxnId="{475E76BA-C4A1-4DFE-B101-62694A286307}">
      <dgm:prSet/>
      <dgm:spPr/>
      <dgm:t>
        <a:bodyPr/>
        <a:lstStyle/>
        <a:p>
          <a:endParaRPr lang="en-IN"/>
        </a:p>
      </dgm:t>
    </dgm:pt>
    <dgm:pt modelId="{CF91953A-8E81-41C5-8F65-560456774FB4}" type="pres">
      <dgm:prSet presAssocID="{3EC1493F-0FA3-4F9C-BF58-79DE3BCB52EA}" presName="linear" presStyleCnt="0">
        <dgm:presLayoutVars>
          <dgm:animLvl val="lvl"/>
          <dgm:resizeHandles val="exact"/>
        </dgm:presLayoutVars>
      </dgm:prSet>
      <dgm:spPr/>
    </dgm:pt>
    <dgm:pt modelId="{D83E2C17-497A-4E89-82C7-3D68B02D004A}" type="pres">
      <dgm:prSet presAssocID="{E71701FF-C3AA-4711-86CF-9A3CB97B877D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3DEED2A2-AE5A-43EF-8F1E-EDC37D585532}" type="pres">
      <dgm:prSet presAssocID="{5662C507-4984-4F58-841A-81C9FAE53FAA}" presName="spacer" presStyleCnt="0"/>
      <dgm:spPr/>
    </dgm:pt>
    <dgm:pt modelId="{1B4EC40A-9293-4ED0-9E80-C7FA5493BA47}" type="pres">
      <dgm:prSet presAssocID="{4AAE2D8E-EA6D-4FF6-8496-DBA4FF090302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1A45376C-10CF-4733-8E9B-665F31D0C944}" type="pres">
      <dgm:prSet presAssocID="{7172912E-DA17-4396-A1CD-8238B119809B}" presName="spacer" presStyleCnt="0"/>
      <dgm:spPr/>
    </dgm:pt>
    <dgm:pt modelId="{8AEF6877-B1C1-46B2-ACA6-F76D408410A4}" type="pres">
      <dgm:prSet presAssocID="{B6F78056-50CC-47EA-8295-CCA393316BC6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4696612A-F3CC-4A39-B022-981DB6FABFA8}" type="pres">
      <dgm:prSet presAssocID="{DFB188EE-608C-47D4-9519-7560F8C128E0}" presName="spacer" presStyleCnt="0"/>
      <dgm:spPr/>
    </dgm:pt>
    <dgm:pt modelId="{95E66ED1-2ECC-4D8F-9FF3-DC1508758DDE}" type="pres">
      <dgm:prSet presAssocID="{06DA0889-4911-451C-BFCE-069B2A8D9677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EB0B2ADC-D0AC-4F89-AE5E-71E208DC7519}" type="pres">
      <dgm:prSet presAssocID="{B76C6A12-A952-4AF6-8DBD-8FB935C6FE06}" presName="spacer" presStyleCnt="0"/>
      <dgm:spPr/>
    </dgm:pt>
    <dgm:pt modelId="{01B00F4C-2CD2-4AD3-A562-A281A1D52A79}" type="pres">
      <dgm:prSet presAssocID="{1FA4696E-F82A-4B23-B81C-DC005A0D7C7B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8C61E223-B9DA-4EA8-ACA5-FB7F5E8FEFC7}" type="pres">
      <dgm:prSet presAssocID="{2EFEAD8D-BDB8-4693-B1C4-A38B461BA682}" presName="spacer" presStyleCnt="0"/>
      <dgm:spPr/>
    </dgm:pt>
    <dgm:pt modelId="{A140E522-1811-46BD-9A43-BFC43440B4E1}" type="pres">
      <dgm:prSet presAssocID="{AB614CE9-1DCC-434D-AAAC-ADE19B7E989B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C9743304-1871-4D54-AC94-B5886B7E661D}" srcId="{3EC1493F-0FA3-4F9C-BF58-79DE3BCB52EA}" destId="{1FA4696E-F82A-4B23-B81C-DC005A0D7C7B}" srcOrd="4" destOrd="0" parTransId="{A78332B0-C91C-4308-94F6-FFB912F65FB4}" sibTransId="{2EFEAD8D-BDB8-4693-B1C4-A38B461BA682}"/>
    <dgm:cxn modelId="{BD122410-619F-493F-861E-978ABEFAE81A}" type="presOf" srcId="{E71701FF-C3AA-4711-86CF-9A3CB97B877D}" destId="{D83E2C17-497A-4E89-82C7-3D68B02D004A}" srcOrd="0" destOrd="0" presId="urn:microsoft.com/office/officeart/2005/8/layout/vList2"/>
    <dgm:cxn modelId="{E8433F16-BC59-4F69-8973-FA13F3E5CCB3}" type="presOf" srcId="{1FA4696E-F82A-4B23-B81C-DC005A0D7C7B}" destId="{01B00F4C-2CD2-4AD3-A562-A281A1D52A79}" srcOrd="0" destOrd="0" presId="urn:microsoft.com/office/officeart/2005/8/layout/vList2"/>
    <dgm:cxn modelId="{2EDE6022-CF61-4CDB-BD70-35165853D526}" type="presOf" srcId="{4AAE2D8E-EA6D-4FF6-8496-DBA4FF090302}" destId="{1B4EC40A-9293-4ED0-9E80-C7FA5493BA47}" srcOrd="0" destOrd="0" presId="urn:microsoft.com/office/officeart/2005/8/layout/vList2"/>
    <dgm:cxn modelId="{EE442E2D-963B-45FE-812A-FA6D82E38D98}" type="presOf" srcId="{AB614CE9-1DCC-434D-AAAC-ADE19B7E989B}" destId="{A140E522-1811-46BD-9A43-BFC43440B4E1}" srcOrd="0" destOrd="0" presId="urn:microsoft.com/office/officeart/2005/8/layout/vList2"/>
    <dgm:cxn modelId="{714A423B-F131-455E-80DF-EBD929CB684F}" type="presOf" srcId="{06DA0889-4911-451C-BFCE-069B2A8D9677}" destId="{95E66ED1-2ECC-4D8F-9FF3-DC1508758DDE}" srcOrd="0" destOrd="0" presId="urn:microsoft.com/office/officeart/2005/8/layout/vList2"/>
    <dgm:cxn modelId="{3EDB7969-7326-400D-8446-1AA8E6F47631}" type="presOf" srcId="{3EC1493F-0FA3-4F9C-BF58-79DE3BCB52EA}" destId="{CF91953A-8E81-41C5-8F65-560456774FB4}" srcOrd="0" destOrd="0" presId="urn:microsoft.com/office/officeart/2005/8/layout/vList2"/>
    <dgm:cxn modelId="{C99B2154-FB0C-4B65-82AA-05E2D6226CDD}" type="presOf" srcId="{B6F78056-50CC-47EA-8295-CCA393316BC6}" destId="{8AEF6877-B1C1-46B2-ACA6-F76D408410A4}" srcOrd="0" destOrd="0" presId="urn:microsoft.com/office/officeart/2005/8/layout/vList2"/>
    <dgm:cxn modelId="{BBB37C5A-DDAF-4A53-98C6-2B8C8035603D}" srcId="{3EC1493F-0FA3-4F9C-BF58-79DE3BCB52EA}" destId="{4AAE2D8E-EA6D-4FF6-8496-DBA4FF090302}" srcOrd="1" destOrd="0" parTransId="{32FECE5B-4096-4587-88E4-B05D7DD2BAA6}" sibTransId="{7172912E-DA17-4396-A1CD-8238B119809B}"/>
    <dgm:cxn modelId="{F36466A3-833E-4882-940E-6DA717990F8B}" srcId="{3EC1493F-0FA3-4F9C-BF58-79DE3BCB52EA}" destId="{06DA0889-4911-451C-BFCE-069B2A8D9677}" srcOrd="3" destOrd="0" parTransId="{0CFDF6D8-CBF0-4156-9B31-4861F67740D7}" sibTransId="{B76C6A12-A952-4AF6-8DBD-8FB935C6FE06}"/>
    <dgm:cxn modelId="{AA2280AA-0F6C-4FC8-9526-A17D9502ED47}" srcId="{3EC1493F-0FA3-4F9C-BF58-79DE3BCB52EA}" destId="{B6F78056-50CC-47EA-8295-CCA393316BC6}" srcOrd="2" destOrd="0" parTransId="{FAE1CC9F-5AF1-4C09-80EE-5DBA1A987C93}" sibTransId="{DFB188EE-608C-47D4-9519-7560F8C128E0}"/>
    <dgm:cxn modelId="{475E76BA-C4A1-4DFE-B101-62694A286307}" srcId="{3EC1493F-0FA3-4F9C-BF58-79DE3BCB52EA}" destId="{AB614CE9-1DCC-434D-AAAC-ADE19B7E989B}" srcOrd="5" destOrd="0" parTransId="{EF3EE511-AF33-4DAB-A452-2CF281F0856D}" sibTransId="{E5213F78-E138-46C6-B6AA-3C91EB4B7B2F}"/>
    <dgm:cxn modelId="{100117D3-C836-4B23-B9D0-03D3DB896A8E}" srcId="{3EC1493F-0FA3-4F9C-BF58-79DE3BCB52EA}" destId="{E71701FF-C3AA-4711-86CF-9A3CB97B877D}" srcOrd="0" destOrd="0" parTransId="{CBD97D4E-1243-496E-B97C-0735E989911E}" sibTransId="{5662C507-4984-4F58-841A-81C9FAE53FAA}"/>
    <dgm:cxn modelId="{FBDAFF48-00E0-454D-B5D2-EDCA50C4797B}" type="presParOf" srcId="{CF91953A-8E81-41C5-8F65-560456774FB4}" destId="{D83E2C17-497A-4E89-82C7-3D68B02D004A}" srcOrd="0" destOrd="0" presId="urn:microsoft.com/office/officeart/2005/8/layout/vList2"/>
    <dgm:cxn modelId="{02C26262-A554-4694-9E24-B79AF607B1EF}" type="presParOf" srcId="{CF91953A-8E81-41C5-8F65-560456774FB4}" destId="{3DEED2A2-AE5A-43EF-8F1E-EDC37D585532}" srcOrd="1" destOrd="0" presId="urn:microsoft.com/office/officeart/2005/8/layout/vList2"/>
    <dgm:cxn modelId="{6CACC464-4F0D-4102-B55B-507036A81B07}" type="presParOf" srcId="{CF91953A-8E81-41C5-8F65-560456774FB4}" destId="{1B4EC40A-9293-4ED0-9E80-C7FA5493BA47}" srcOrd="2" destOrd="0" presId="urn:microsoft.com/office/officeart/2005/8/layout/vList2"/>
    <dgm:cxn modelId="{B0AC08B3-8D2C-43F0-AB64-2337A36C0311}" type="presParOf" srcId="{CF91953A-8E81-41C5-8F65-560456774FB4}" destId="{1A45376C-10CF-4733-8E9B-665F31D0C944}" srcOrd="3" destOrd="0" presId="urn:microsoft.com/office/officeart/2005/8/layout/vList2"/>
    <dgm:cxn modelId="{AA5F4247-7BFE-45FD-8C2F-FCB477DA5CB3}" type="presParOf" srcId="{CF91953A-8E81-41C5-8F65-560456774FB4}" destId="{8AEF6877-B1C1-46B2-ACA6-F76D408410A4}" srcOrd="4" destOrd="0" presId="urn:microsoft.com/office/officeart/2005/8/layout/vList2"/>
    <dgm:cxn modelId="{D7370289-515B-491A-B99C-CDBEFBB0B893}" type="presParOf" srcId="{CF91953A-8E81-41C5-8F65-560456774FB4}" destId="{4696612A-F3CC-4A39-B022-981DB6FABFA8}" srcOrd="5" destOrd="0" presId="urn:microsoft.com/office/officeart/2005/8/layout/vList2"/>
    <dgm:cxn modelId="{720FFAF0-BA0C-4D15-B1AA-597A9F0D6FD7}" type="presParOf" srcId="{CF91953A-8E81-41C5-8F65-560456774FB4}" destId="{95E66ED1-2ECC-4D8F-9FF3-DC1508758DDE}" srcOrd="6" destOrd="0" presId="urn:microsoft.com/office/officeart/2005/8/layout/vList2"/>
    <dgm:cxn modelId="{3D1C383E-CBF9-4BB0-A53D-97863FAA8975}" type="presParOf" srcId="{CF91953A-8E81-41C5-8F65-560456774FB4}" destId="{EB0B2ADC-D0AC-4F89-AE5E-71E208DC7519}" srcOrd="7" destOrd="0" presId="urn:microsoft.com/office/officeart/2005/8/layout/vList2"/>
    <dgm:cxn modelId="{DD3EA9E6-7A52-4B00-B908-A639DE3066FE}" type="presParOf" srcId="{CF91953A-8E81-41C5-8F65-560456774FB4}" destId="{01B00F4C-2CD2-4AD3-A562-A281A1D52A79}" srcOrd="8" destOrd="0" presId="urn:microsoft.com/office/officeart/2005/8/layout/vList2"/>
    <dgm:cxn modelId="{8D276DA4-74A8-43A2-A60E-836E4D7781F7}" type="presParOf" srcId="{CF91953A-8E81-41C5-8F65-560456774FB4}" destId="{8C61E223-B9DA-4EA8-ACA5-FB7F5E8FEFC7}" srcOrd="9" destOrd="0" presId="urn:microsoft.com/office/officeart/2005/8/layout/vList2"/>
    <dgm:cxn modelId="{AFAB144F-A02A-411B-A430-CA2FE4220F4B}" type="presParOf" srcId="{CF91953A-8E81-41C5-8F65-560456774FB4}" destId="{A140E522-1811-46BD-9A43-BFC43440B4E1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488573D-04B7-43AD-B22D-0A7AB1394818}" type="doc">
      <dgm:prSet loTypeId="urn:microsoft.com/office/officeart/2005/8/layout/venn1" loCatId="relationship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IN"/>
        </a:p>
      </dgm:t>
    </dgm:pt>
    <dgm:pt modelId="{42D6ECF5-F4D9-4046-AAB2-5695645C2E67}">
      <dgm:prSet/>
      <dgm:spPr/>
      <dgm:t>
        <a:bodyPr/>
        <a:lstStyle/>
        <a:p>
          <a:r>
            <a:rPr lang="en-US" b="1"/>
            <a:t>Thank you</a:t>
          </a:r>
          <a:endParaRPr lang="en-IN"/>
        </a:p>
      </dgm:t>
    </dgm:pt>
    <dgm:pt modelId="{FA68E9DF-0EA3-4279-8720-E07454454090}" type="parTrans" cxnId="{B9CAC1EC-389F-4908-94F7-84F4A0F420EE}">
      <dgm:prSet/>
      <dgm:spPr/>
      <dgm:t>
        <a:bodyPr/>
        <a:lstStyle/>
        <a:p>
          <a:endParaRPr lang="en-IN"/>
        </a:p>
      </dgm:t>
    </dgm:pt>
    <dgm:pt modelId="{23110A1E-BD63-4C49-97BB-B9FF4A2AA1ED}" type="sibTrans" cxnId="{B9CAC1EC-389F-4908-94F7-84F4A0F420EE}">
      <dgm:prSet/>
      <dgm:spPr/>
      <dgm:t>
        <a:bodyPr/>
        <a:lstStyle/>
        <a:p>
          <a:endParaRPr lang="en-IN"/>
        </a:p>
      </dgm:t>
    </dgm:pt>
    <dgm:pt modelId="{73713C89-AA55-4C5A-BDF7-9082D6666653}" type="pres">
      <dgm:prSet presAssocID="{2488573D-04B7-43AD-B22D-0A7AB1394818}" presName="compositeShape" presStyleCnt="0">
        <dgm:presLayoutVars>
          <dgm:chMax val="7"/>
          <dgm:dir/>
          <dgm:resizeHandles val="exact"/>
        </dgm:presLayoutVars>
      </dgm:prSet>
      <dgm:spPr/>
    </dgm:pt>
    <dgm:pt modelId="{F6EF95AA-1BCC-4425-8143-EE649D3B491C}" type="pres">
      <dgm:prSet presAssocID="{42D6ECF5-F4D9-4046-AAB2-5695645C2E67}" presName="circ1TxSh" presStyleLbl="vennNode1" presStyleIdx="0" presStyleCnt="1"/>
      <dgm:spPr/>
    </dgm:pt>
  </dgm:ptLst>
  <dgm:cxnLst>
    <dgm:cxn modelId="{080CA098-DCA2-4522-9421-252F98F32224}" type="presOf" srcId="{2488573D-04B7-43AD-B22D-0A7AB1394818}" destId="{73713C89-AA55-4C5A-BDF7-9082D6666653}" srcOrd="0" destOrd="0" presId="urn:microsoft.com/office/officeart/2005/8/layout/venn1"/>
    <dgm:cxn modelId="{A0B0A7E3-7EAA-4021-8FCA-1CA465C38E5C}" type="presOf" srcId="{42D6ECF5-F4D9-4046-AAB2-5695645C2E67}" destId="{F6EF95AA-1BCC-4425-8143-EE649D3B491C}" srcOrd="0" destOrd="0" presId="urn:microsoft.com/office/officeart/2005/8/layout/venn1"/>
    <dgm:cxn modelId="{B9CAC1EC-389F-4908-94F7-84F4A0F420EE}" srcId="{2488573D-04B7-43AD-B22D-0A7AB1394818}" destId="{42D6ECF5-F4D9-4046-AAB2-5695645C2E67}" srcOrd="0" destOrd="0" parTransId="{FA68E9DF-0EA3-4279-8720-E07454454090}" sibTransId="{23110A1E-BD63-4C49-97BB-B9FF4A2AA1ED}"/>
    <dgm:cxn modelId="{ECD3837B-6021-46BB-8736-25C2E2C6CAB5}" type="presParOf" srcId="{73713C89-AA55-4C5A-BDF7-9082D6666653}" destId="{F6EF95AA-1BCC-4425-8143-EE649D3B491C}" srcOrd="0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A992AC-5E4E-4430-8700-D5F554ABE0E4}">
      <dsp:nvSpPr>
        <dsp:cNvPr id="0" name=""/>
        <dsp:cNvSpPr/>
      </dsp:nvSpPr>
      <dsp:spPr>
        <a:xfrm>
          <a:off x="0" y="97291"/>
          <a:ext cx="10951984" cy="83655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/>
            <a:t>Farmers</a:t>
          </a:r>
          <a:r>
            <a:rPr lang="en-IN" sz="2200" kern="1200"/>
            <a:t> – To understand crop performance and production trends. </a:t>
          </a:r>
        </a:p>
      </dsp:txBody>
      <dsp:txXfrm>
        <a:off x="40837" y="138128"/>
        <a:ext cx="10870310" cy="754876"/>
      </dsp:txXfrm>
    </dsp:sp>
    <dsp:sp modelId="{0D13ADBF-89CC-48FD-A3B5-227DE357B3ED}">
      <dsp:nvSpPr>
        <dsp:cNvPr id="0" name=""/>
        <dsp:cNvSpPr/>
      </dsp:nvSpPr>
      <dsp:spPr>
        <a:xfrm>
          <a:off x="0" y="997202"/>
          <a:ext cx="10951984" cy="836550"/>
        </a:xfrm>
        <a:prstGeom prst="roundRect">
          <a:avLst/>
        </a:prstGeom>
        <a:solidFill>
          <a:schemeClr val="accent3">
            <a:hueOff val="-70209"/>
            <a:satOff val="-1898"/>
            <a:lumOff val="-392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/>
            <a:t>Agricultural Organizations</a:t>
          </a:r>
          <a:r>
            <a:rPr lang="en-IN" sz="2200" kern="1200"/>
            <a:t> – To monitor and analyze agricultural performance. </a:t>
          </a:r>
        </a:p>
      </dsp:txBody>
      <dsp:txXfrm>
        <a:off x="40837" y="1038039"/>
        <a:ext cx="10870310" cy="754876"/>
      </dsp:txXfrm>
    </dsp:sp>
    <dsp:sp modelId="{27660CBB-D7E9-42A1-B6BE-9AC4CF29AA57}">
      <dsp:nvSpPr>
        <dsp:cNvPr id="0" name=""/>
        <dsp:cNvSpPr/>
      </dsp:nvSpPr>
      <dsp:spPr>
        <a:xfrm>
          <a:off x="0" y="1897112"/>
          <a:ext cx="10951984" cy="836550"/>
        </a:xfrm>
        <a:prstGeom prst="roundRect">
          <a:avLst/>
        </a:prstGeom>
        <a:solidFill>
          <a:schemeClr val="accent3">
            <a:hueOff val="-140419"/>
            <a:satOff val="-3796"/>
            <a:lumOff val="-784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/>
            <a:t>Agricultural Officers</a:t>
          </a:r>
          <a:r>
            <a:rPr lang="en-IN" sz="2200" kern="1200"/>
            <a:t> – To make better decisions based on crop and farming data. </a:t>
          </a:r>
        </a:p>
      </dsp:txBody>
      <dsp:txXfrm>
        <a:off x="40837" y="1937949"/>
        <a:ext cx="10870310" cy="754876"/>
      </dsp:txXfrm>
    </dsp:sp>
    <dsp:sp modelId="{255EF6EB-B2B0-4E6B-AFFA-9AB7534F4D56}">
      <dsp:nvSpPr>
        <dsp:cNvPr id="0" name=""/>
        <dsp:cNvSpPr/>
      </dsp:nvSpPr>
      <dsp:spPr>
        <a:xfrm>
          <a:off x="0" y="2797022"/>
          <a:ext cx="10951984" cy="836550"/>
        </a:xfrm>
        <a:prstGeom prst="roundRect">
          <a:avLst/>
        </a:prstGeom>
        <a:solidFill>
          <a:schemeClr val="accent3">
            <a:hueOff val="-210628"/>
            <a:satOff val="-5694"/>
            <a:lumOff val="-1176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/>
            <a:t>Data Analysts &amp; Researchers</a:t>
          </a:r>
          <a:r>
            <a:rPr lang="en-IN" sz="2200" kern="1200"/>
            <a:t> – To identify patterns, trends, and useful insights from agricultural data. </a:t>
          </a:r>
        </a:p>
      </dsp:txBody>
      <dsp:txXfrm>
        <a:off x="40837" y="2837859"/>
        <a:ext cx="10870310" cy="754876"/>
      </dsp:txXfrm>
    </dsp:sp>
    <dsp:sp modelId="{8B6FA753-4429-4B1B-B016-CD7792364FBE}">
      <dsp:nvSpPr>
        <dsp:cNvPr id="0" name=""/>
        <dsp:cNvSpPr/>
      </dsp:nvSpPr>
      <dsp:spPr>
        <a:xfrm>
          <a:off x="0" y="3696932"/>
          <a:ext cx="10951984" cy="836550"/>
        </a:xfrm>
        <a:prstGeom prst="roundRect">
          <a:avLst/>
        </a:prstGeom>
        <a:solidFill>
          <a:schemeClr val="accent3">
            <a:hueOff val="-280837"/>
            <a:satOff val="-7592"/>
            <a:lumOff val="-1568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/>
            <a:t>Government &amp; Policy Makers</a:t>
          </a:r>
          <a:r>
            <a:rPr lang="en-IN" sz="2200" kern="1200"/>
            <a:t> – To support better agricultural planning and policy decisions</a:t>
          </a:r>
        </a:p>
      </dsp:txBody>
      <dsp:txXfrm>
        <a:off x="40837" y="3737769"/>
        <a:ext cx="10870310" cy="7548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A20DBB-9C9F-433A-9C9D-4AF9BB3539C1}">
      <dsp:nvSpPr>
        <dsp:cNvPr id="0" name=""/>
        <dsp:cNvSpPr/>
      </dsp:nvSpPr>
      <dsp:spPr>
        <a:xfrm>
          <a:off x="0" y="1573034"/>
          <a:ext cx="9027702" cy="2097379"/>
        </a:xfrm>
        <a:prstGeom prst="notchedRightArrow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A877B2-DE21-439B-981A-D60F0685D66E}">
      <dsp:nvSpPr>
        <dsp:cNvPr id="0" name=""/>
        <dsp:cNvSpPr/>
      </dsp:nvSpPr>
      <dsp:spPr>
        <a:xfrm>
          <a:off x="694" y="0"/>
          <a:ext cx="1112814" cy="20973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b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Python</a:t>
          </a:r>
          <a:r>
            <a:rPr lang="en-IN" sz="1200" kern="1200" dirty="0"/>
            <a:t> – Data analysis and processing </a:t>
          </a:r>
        </a:p>
      </dsp:txBody>
      <dsp:txXfrm>
        <a:off x="694" y="0"/>
        <a:ext cx="1112814" cy="2097379"/>
      </dsp:txXfrm>
    </dsp:sp>
    <dsp:sp modelId="{8A212073-7E08-477F-BC26-04C222C87F87}">
      <dsp:nvSpPr>
        <dsp:cNvPr id="0" name=""/>
        <dsp:cNvSpPr/>
      </dsp:nvSpPr>
      <dsp:spPr>
        <a:xfrm>
          <a:off x="294928" y="2359551"/>
          <a:ext cx="524344" cy="52434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1AAC4E-EBF8-4771-9321-E3269F082C20}">
      <dsp:nvSpPr>
        <dsp:cNvPr id="0" name=""/>
        <dsp:cNvSpPr/>
      </dsp:nvSpPr>
      <dsp:spPr>
        <a:xfrm>
          <a:off x="1169149" y="3146068"/>
          <a:ext cx="1112814" cy="20973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Pandas</a:t>
          </a:r>
          <a:r>
            <a:rPr lang="en-IN" sz="1200" kern="1200" dirty="0"/>
            <a:t> – Data cleaning and manipulation </a:t>
          </a:r>
        </a:p>
      </dsp:txBody>
      <dsp:txXfrm>
        <a:off x="1169149" y="3146068"/>
        <a:ext cx="1112814" cy="2097379"/>
      </dsp:txXfrm>
    </dsp:sp>
    <dsp:sp modelId="{8A5B11D6-327E-489A-B2BA-D78C65903D56}">
      <dsp:nvSpPr>
        <dsp:cNvPr id="0" name=""/>
        <dsp:cNvSpPr/>
      </dsp:nvSpPr>
      <dsp:spPr>
        <a:xfrm>
          <a:off x="1463383" y="2359551"/>
          <a:ext cx="524344" cy="524344"/>
        </a:xfrm>
        <a:prstGeom prst="ellipse">
          <a:avLst/>
        </a:prstGeom>
        <a:solidFill>
          <a:schemeClr val="accent5">
            <a:hueOff val="-435981"/>
            <a:satOff val="2594"/>
            <a:lumOff val="1046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ACC635-2ADB-456A-8ED3-F7A96D345690}">
      <dsp:nvSpPr>
        <dsp:cNvPr id="0" name=""/>
        <dsp:cNvSpPr/>
      </dsp:nvSpPr>
      <dsp:spPr>
        <a:xfrm>
          <a:off x="2337603" y="0"/>
          <a:ext cx="1112814" cy="20973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b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NumPy</a:t>
          </a:r>
          <a:r>
            <a:rPr lang="en-IN" sz="1200" kern="1200" dirty="0"/>
            <a:t> – Numerical computations </a:t>
          </a:r>
        </a:p>
      </dsp:txBody>
      <dsp:txXfrm>
        <a:off x="2337603" y="0"/>
        <a:ext cx="1112814" cy="2097379"/>
      </dsp:txXfrm>
    </dsp:sp>
    <dsp:sp modelId="{215A5413-D70B-45DD-8A78-EC7DD204B6F7}">
      <dsp:nvSpPr>
        <dsp:cNvPr id="0" name=""/>
        <dsp:cNvSpPr/>
      </dsp:nvSpPr>
      <dsp:spPr>
        <a:xfrm>
          <a:off x="2631838" y="2359551"/>
          <a:ext cx="524344" cy="524344"/>
        </a:xfrm>
        <a:prstGeom prst="ellipse">
          <a:avLst/>
        </a:prstGeom>
        <a:solidFill>
          <a:schemeClr val="accent5">
            <a:hueOff val="-871962"/>
            <a:satOff val="5188"/>
            <a:lumOff val="209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94F0E8-69D4-4C6D-BA99-6BD0F3879B4B}">
      <dsp:nvSpPr>
        <dsp:cNvPr id="0" name=""/>
        <dsp:cNvSpPr/>
      </dsp:nvSpPr>
      <dsp:spPr>
        <a:xfrm>
          <a:off x="3506058" y="3146068"/>
          <a:ext cx="1112814" cy="20973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Matplotlib</a:t>
          </a:r>
          <a:r>
            <a:rPr lang="en-IN" sz="1200" kern="1200" dirty="0"/>
            <a:t> – Data visualization </a:t>
          </a:r>
        </a:p>
      </dsp:txBody>
      <dsp:txXfrm>
        <a:off x="3506058" y="3146068"/>
        <a:ext cx="1112814" cy="2097379"/>
      </dsp:txXfrm>
    </dsp:sp>
    <dsp:sp modelId="{7C51DC93-0D01-403C-A517-534491AAE5ED}">
      <dsp:nvSpPr>
        <dsp:cNvPr id="0" name=""/>
        <dsp:cNvSpPr/>
      </dsp:nvSpPr>
      <dsp:spPr>
        <a:xfrm>
          <a:off x="3800293" y="2359551"/>
          <a:ext cx="524344" cy="524344"/>
        </a:xfrm>
        <a:prstGeom prst="ellipse">
          <a:avLst/>
        </a:prstGeom>
        <a:solidFill>
          <a:schemeClr val="accent5">
            <a:hueOff val="-1307943"/>
            <a:satOff val="7781"/>
            <a:lumOff val="313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636AE2-A812-4303-92E4-20A9CD35EE5D}">
      <dsp:nvSpPr>
        <dsp:cNvPr id="0" name=""/>
        <dsp:cNvSpPr/>
      </dsp:nvSpPr>
      <dsp:spPr>
        <a:xfrm>
          <a:off x="4674513" y="0"/>
          <a:ext cx="1112814" cy="20973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b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Seaborn</a:t>
          </a:r>
          <a:r>
            <a:rPr lang="en-IN" sz="1200" kern="1200" dirty="0"/>
            <a:t> – Statistical data visualization </a:t>
          </a:r>
        </a:p>
      </dsp:txBody>
      <dsp:txXfrm>
        <a:off x="4674513" y="0"/>
        <a:ext cx="1112814" cy="2097379"/>
      </dsp:txXfrm>
    </dsp:sp>
    <dsp:sp modelId="{81DFA0BF-A40B-4C58-A5FA-78E86AB90312}">
      <dsp:nvSpPr>
        <dsp:cNvPr id="0" name=""/>
        <dsp:cNvSpPr/>
      </dsp:nvSpPr>
      <dsp:spPr>
        <a:xfrm>
          <a:off x="4968748" y="2359551"/>
          <a:ext cx="524344" cy="524344"/>
        </a:xfrm>
        <a:prstGeom prst="ellipse">
          <a:avLst/>
        </a:prstGeom>
        <a:solidFill>
          <a:schemeClr val="accent5">
            <a:hueOff val="-1743925"/>
            <a:satOff val="10375"/>
            <a:lumOff val="4183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4FAB4A-21DB-4734-AE98-A0A3F71BE86B}">
      <dsp:nvSpPr>
        <dsp:cNvPr id="0" name=""/>
        <dsp:cNvSpPr/>
      </dsp:nvSpPr>
      <dsp:spPr>
        <a:xfrm>
          <a:off x="5842968" y="3146068"/>
          <a:ext cx="1112814" cy="20973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Google </a:t>
          </a:r>
          <a:r>
            <a:rPr lang="en-IN" sz="1200" b="1" kern="1200" dirty="0" err="1"/>
            <a:t>Colab</a:t>
          </a:r>
          <a:r>
            <a:rPr lang="en-IN" sz="1200" kern="1200" dirty="0"/>
            <a:t> – Development and execution environment </a:t>
          </a:r>
        </a:p>
      </dsp:txBody>
      <dsp:txXfrm>
        <a:off x="5842968" y="3146068"/>
        <a:ext cx="1112814" cy="2097379"/>
      </dsp:txXfrm>
    </dsp:sp>
    <dsp:sp modelId="{F9D9C1CA-F35C-4D7F-AF31-AF7FA54C830A}">
      <dsp:nvSpPr>
        <dsp:cNvPr id="0" name=""/>
        <dsp:cNvSpPr/>
      </dsp:nvSpPr>
      <dsp:spPr>
        <a:xfrm>
          <a:off x="6137203" y="2359551"/>
          <a:ext cx="524344" cy="524344"/>
        </a:xfrm>
        <a:prstGeom prst="ellipse">
          <a:avLst/>
        </a:prstGeom>
        <a:solidFill>
          <a:schemeClr val="accent5">
            <a:hueOff val="-2179906"/>
            <a:satOff val="12969"/>
            <a:lumOff val="522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3DB12A-A7AC-40C7-A2B2-546934E7A049}">
      <dsp:nvSpPr>
        <dsp:cNvPr id="0" name=""/>
        <dsp:cNvSpPr/>
      </dsp:nvSpPr>
      <dsp:spPr>
        <a:xfrm>
          <a:off x="7011423" y="0"/>
          <a:ext cx="1112814" cy="20973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b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CSV Dataset</a:t>
          </a:r>
          <a:r>
            <a:rPr lang="en-IN" sz="1200" kern="1200" dirty="0"/>
            <a:t> – Source of agricultural performance data</a:t>
          </a:r>
        </a:p>
      </dsp:txBody>
      <dsp:txXfrm>
        <a:off x="7011423" y="0"/>
        <a:ext cx="1112814" cy="2097379"/>
      </dsp:txXfrm>
    </dsp:sp>
    <dsp:sp modelId="{F4A98418-91B7-48B3-B8D6-4E90DA6696F2}">
      <dsp:nvSpPr>
        <dsp:cNvPr id="0" name=""/>
        <dsp:cNvSpPr/>
      </dsp:nvSpPr>
      <dsp:spPr>
        <a:xfrm>
          <a:off x="7305658" y="2359551"/>
          <a:ext cx="524344" cy="524344"/>
        </a:xfrm>
        <a:prstGeom prst="ellipse">
          <a:avLst/>
        </a:prstGeom>
        <a:solidFill>
          <a:schemeClr val="accent5">
            <a:hueOff val="-2615887"/>
            <a:satOff val="15563"/>
            <a:lumOff val="627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9BC983-46F0-42A2-AD6D-A8FB0EA0B03B}">
      <dsp:nvSpPr>
        <dsp:cNvPr id="0" name=""/>
        <dsp:cNvSpPr/>
      </dsp:nvSpPr>
      <dsp:spPr>
        <a:xfrm>
          <a:off x="0" y="1"/>
          <a:ext cx="11372503" cy="6048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/>
            <a:t>Observation:-</a:t>
          </a:r>
          <a:endParaRPr lang="en-IN" sz="2100" kern="1200"/>
        </a:p>
      </dsp:txBody>
      <dsp:txXfrm>
        <a:off x="0" y="1"/>
        <a:ext cx="11372503" cy="604800"/>
      </dsp:txXfrm>
    </dsp:sp>
    <dsp:sp modelId="{8069E688-B2CF-45AF-92D0-1A3B8ABFB887}">
      <dsp:nvSpPr>
        <dsp:cNvPr id="0" name=""/>
        <dsp:cNvSpPr/>
      </dsp:nvSpPr>
      <dsp:spPr>
        <a:xfrm>
          <a:off x="0" y="611218"/>
          <a:ext cx="11372503" cy="1181722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100" kern="1200"/>
            <a:t>From the chart, </a:t>
          </a:r>
          <a:r>
            <a:rPr lang="en-IN" sz="2100" b="1" kern="1200"/>
            <a:t>Sugarcane and Chilli</a:t>
          </a:r>
          <a:r>
            <a:rPr lang="en-IN" sz="2100" kern="1200"/>
            <a:t> have the highest average profit. Some crops have negative average profit.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100" kern="1200"/>
            <a:t>So, profit is quite different from one crop to another</a:t>
          </a:r>
        </a:p>
      </dsp:txBody>
      <dsp:txXfrm>
        <a:off x="0" y="611218"/>
        <a:ext cx="11372503" cy="118172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9BC983-46F0-42A2-AD6D-A8FB0EA0B03B}">
      <dsp:nvSpPr>
        <dsp:cNvPr id="0" name=""/>
        <dsp:cNvSpPr/>
      </dsp:nvSpPr>
      <dsp:spPr>
        <a:xfrm>
          <a:off x="0" y="5002"/>
          <a:ext cx="11372503" cy="5184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Observation:-</a:t>
          </a:r>
          <a:endParaRPr lang="en-IN" sz="1800" kern="1200"/>
        </a:p>
      </dsp:txBody>
      <dsp:txXfrm>
        <a:off x="0" y="5002"/>
        <a:ext cx="11372503" cy="518400"/>
      </dsp:txXfrm>
    </dsp:sp>
    <dsp:sp modelId="{8069E688-B2CF-45AF-92D0-1A3B8ABFB887}">
      <dsp:nvSpPr>
        <dsp:cNvPr id="0" name=""/>
        <dsp:cNvSpPr/>
      </dsp:nvSpPr>
      <dsp:spPr>
        <a:xfrm>
          <a:off x="0" y="528902"/>
          <a:ext cx="11372503" cy="1259955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b="0" i="0" kern="1200" dirty="0"/>
            <a:t>Drip irrigation has the highest average yield in this dataset. Rainfed farms have the lowest average yield among the four methods.</a:t>
          </a:r>
          <a:endParaRPr lang="en-I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800" b="0" i="0" kern="1200" dirty="0"/>
            <a:t>This is an observation from the dataset and does not prove that irrigation method alone causes the difference.</a:t>
          </a:r>
        </a:p>
      </dsp:txBody>
      <dsp:txXfrm>
        <a:off x="0" y="528902"/>
        <a:ext cx="11372503" cy="125995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9BC983-46F0-42A2-AD6D-A8FB0EA0B03B}">
      <dsp:nvSpPr>
        <dsp:cNvPr id="0" name=""/>
        <dsp:cNvSpPr/>
      </dsp:nvSpPr>
      <dsp:spPr>
        <a:xfrm>
          <a:off x="0" y="19706"/>
          <a:ext cx="11372503" cy="6912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/>
            <a:t>Observation:-</a:t>
          </a:r>
          <a:endParaRPr lang="en-IN" sz="2400" kern="1200"/>
        </a:p>
      </dsp:txBody>
      <dsp:txXfrm>
        <a:off x="0" y="19706"/>
        <a:ext cx="11372503" cy="691200"/>
      </dsp:txXfrm>
    </dsp:sp>
    <dsp:sp modelId="{8069E688-B2CF-45AF-92D0-1A3B8ABFB887}">
      <dsp:nvSpPr>
        <dsp:cNvPr id="0" name=""/>
        <dsp:cNvSpPr/>
      </dsp:nvSpPr>
      <dsp:spPr>
        <a:xfrm>
          <a:off x="0" y="718240"/>
          <a:ext cx="11372503" cy="105408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b="0" i="0" kern="1200" dirty="0"/>
            <a:t>Kharif has the highest average profit. Rabi is lower, while Zaid has negative average profit in this dataset</a:t>
          </a:r>
          <a:endParaRPr lang="en-IN" sz="2400" kern="1200" dirty="0"/>
        </a:p>
      </dsp:txBody>
      <dsp:txXfrm>
        <a:off x="0" y="718240"/>
        <a:ext cx="11372503" cy="10540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9BC983-46F0-42A2-AD6D-A8FB0EA0B03B}">
      <dsp:nvSpPr>
        <dsp:cNvPr id="0" name=""/>
        <dsp:cNvSpPr/>
      </dsp:nvSpPr>
      <dsp:spPr>
        <a:xfrm>
          <a:off x="0" y="19706"/>
          <a:ext cx="11372503" cy="6912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/>
            <a:t>Observation:-</a:t>
          </a:r>
          <a:endParaRPr lang="en-IN" sz="2400" kern="1200"/>
        </a:p>
      </dsp:txBody>
      <dsp:txXfrm>
        <a:off x="0" y="19706"/>
        <a:ext cx="11372503" cy="691200"/>
      </dsp:txXfrm>
    </dsp:sp>
    <dsp:sp modelId="{8069E688-B2CF-45AF-92D0-1A3B8ABFB887}">
      <dsp:nvSpPr>
        <dsp:cNvPr id="0" name=""/>
        <dsp:cNvSpPr/>
      </dsp:nvSpPr>
      <dsp:spPr>
        <a:xfrm>
          <a:off x="0" y="718240"/>
          <a:ext cx="11372503" cy="105408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2400" b="0" i="0" kern="1200" dirty="0"/>
            <a:t>Punjab and Maharashtra have the highest average profit in the dataset. Andhra Pradesh has the lowest average profit among the states shown.</a:t>
          </a:r>
          <a:endParaRPr lang="en-IN" sz="2400" kern="1200" dirty="0"/>
        </a:p>
      </dsp:txBody>
      <dsp:txXfrm>
        <a:off x="0" y="718240"/>
        <a:ext cx="11372503" cy="105408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9BC983-46F0-42A2-AD6D-A8FB0EA0B03B}">
      <dsp:nvSpPr>
        <dsp:cNvPr id="0" name=""/>
        <dsp:cNvSpPr/>
      </dsp:nvSpPr>
      <dsp:spPr>
        <a:xfrm>
          <a:off x="0" y="42843"/>
          <a:ext cx="11372503" cy="5760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/>
            <a:t>Observation:-</a:t>
          </a:r>
          <a:endParaRPr lang="en-IN" sz="2000" kern="1200"/>
        </a:p>
      </dsp:txBody>
      <dsp:txXfrm>
        <a:off x="0" y="42843"/>
        <a:ext cx="11372503" cy="576000"/>
      </dsp:txXfrm>
    </dsp:sp>
    <dsp:sp modelId="{8069E688-B2CF-45AF-92D0-1A3B8ABFB887}">
      <dsp:nvSpPr>
        <dsp:cNvPr id="0" name=""/>
        <dsp:cNvSpPr/>
      </dsp:nvSpPr>
      <dsp:spPr>
        <a:xfrm>
          <a:off x="0" y="624955"/>
          <a:ext cx="11372503" cy="1125449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2000" b="0" i="0" kern="1200" dirty="0"/>
            <a:t>The points are spread across different water-use and yield levels. The irrigation groups also show different patterns.</a:t>
          </a: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2000" b="0" i="0" kern="1200" dirty="0"/>
            <a:t>Water efficiency is more strongly related to yield than total water used alone in this dataset</a:t>
          </a:r>
        </a:p>
      </dsp:txBody>
      <dsp:txXfrm>
        <a:off x="0" y="624955"/>
        <a:ext cx="11372503" cy="112544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9BC983-46F0-42A2-AD6D-A8FB0EA0B03B}">
      <dsp:nvSpPr>
        <dsp:cNvPr id="0" name=""/>
        <dsp:cNvSpPr/>
      </dsp:nvSpPr>
      <dsp:spPr>
        <a:xfrm>
          <a:off x="0" y="5002"/>
          <a:ext cx="11372503" cy="5184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Observation:-</a:t>
          </a:r>
          <a:endParaRPr lang="en-IN" sz="1800" kern="1200"/>
        </a:p>
      </dsp:txBody>
      <dsp:txXfrm>
        <a:off x="0" y="5002"/>
        <a:ext cx="11372503" cy="518400"/>
      </dsp:txXfrm>
    </dsp:sp>
    <dsp:sp modelId="{8069E688-B2CF-45AF-92D0-1A3B8ABFB887}">
      <dsp:nvSpPr>
        <dsp:cNvPr id="0" name=""/>
        <dsp:cNvSpPr/>
      </dsp:nvSpPr>
      <dsp:spPr>
        <a:xfrm>
          <a:off x="0" y="528902"/>
          <a:ext cx="11372503" cy="1259955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800" b="0" i="0" kern="1200"/>
            <a:t>Sugarcane has a much higher average water-efficiency value than the other crops. Maize also has relatively high water efficiency.</a:t>
          </a:r>
          <a:endParaRPr lang="en-I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800" b="0" i="0" kern="1200" dirty="0"/>
            <a:t>Sugarcane is quite different from the other crops, so this value should be considered as an outlier when comparing crops.</a:t>
          </a:r>
        </a:p>
      </dsp:txBody>
      <dsp:txXfrm>
        <a:off x="0" y="528902"/>
        <a:ext cx="11372503" cy="125995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9BC983-46F0-42A2-AD6D-A8FB0EA0B03B}">
      <dsp:nvSpPr>
        <dsp:cNvPr id="0" name=""/>
        <dsp:cNvSpPr/>
      </dsp:nvSpPr>
      <dsp:spPr>
        <a:xfrm>
          <a:off x="0" y="194590"/>
          <a:ext cx="3898134" cy="5184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Observation:-</a:t>
          </a:r>
          <a:endParaRPr lang="en-IN" sz="1800" kern="1200"/>
        </a:p>
      </dsp:txBody>
      <dsp:txXfrm>
        <a:off x="0" y="194590"/>
        <a:ext cx="3898134" cy="518400"/>
      </dsp:txXfrm>
    </dsp:sp>
    <dsp:sp modelId="{8069E688-B2CF-45AF-92D0-1A3B8ABFB887}">
      <dsp:nvSpPr>
        <dsp:cNvPr id="0" name=""/>
        <dsp:cNvSpPr/>
      </dsp:nvSpPr>
      <dsp:spPr>
        <a:xfrm>
          <a:off x="0" y="718490"/>
          <a:ext cx="3898134" cy="2272859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800" b="0" i="0" kern="1200" dirty="0"/>
            <a:t>Revenue has a strong positive relationship with Profit.</a:t>
          </a:r>
          <a:endParaRPr lang="en-I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800" b="0" i="0" kern="1200"/>
            <a:t>Production and Yield have a strong relationship.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800" b="0" i="0" kern="1200"/>
            <a:t>Water Efficiency has a very strong positive relationship with Yield.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800" b="0" i="0" kern="1200"/>
            <a:t>Some other variables have weaker relationships.</a:t>
          </a:r>
        </a:p>
      </dsp:txBody>
      <dsp:txXfrm>
        <a:off x="0" y="718490"/>
        <a:ext cx="3898134" cy="227285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3E2C17-497A-4E89-82C7-3D68B02D004A}">
      <dsp:nvSpPr>
        <dsp:cNvPr id="0" name=""/>
        <dsp:cNvSpPr/>
      </dsp:nvSpPr>
      <dsp:spPr>
        <a:xfrm>
          <a:off x="0" y="19949"/>
          <a:ext cx="10077061" cy="631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b="1" kern="1200"/>
            <a:t>Predicting crop yield</a:t>
          </a:r>
          <a:r>
            <a:rPr lang="en-IN" sz="2700" kern="1200"/>
            <a:t> using Machine Learning </a:t>
          </a:r>
        </a:p>
      </dsp:txBody>
      <dsp:txXfrm>
        <a:off x="30842" y="50791"/>
        <a:ext cx="10015377" cy="570116"/>
      </dsp:txXfrm>
    </dsp:sp>
    <dsp:sp modelId="{1B4EC40A-9293-4ED0-9E80-C7FA5493BA47}">
      <dsp:nvSpPr>
        <dsp:cNvPr id="0" name=""/>
        <dsp:cNvSpPr/>
      </dsp:nvSpPr>
      <dsp:spPr>
        <a:xfrm>
          <a:off x="0" y="729509"/>
          <a:ext cx="10077061" cy="631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b="1" kern="1200"/>
            <a:t>Predicting farm profit</a:t>
          </a:r>
          <a:r>
            <a:rPr lang="en-IN" sz="2700" kern="1200"/>
            <a:t> based on available data </a:t>
          </a:r>
        </a:p>
      </dsp:txBody>
      <dsp:txXfrm>
        <a:off x="30842" y="760351"/>
        <a:ext cx="10015377" cy="570116"/>
      </dsp:txXfrm>
    </dsp:sp>
    <dsp:sp modelId="{8AEF6877-B1C1-46B2-ACA6-F76D408410A4}">
      <dsp:nvSpPr>
        <dsp:cNvPr id="0" name=""/>
        <dsp:cNvSpPr/>
      </dsp:nvSpPr>
      <dsp:spPr>
        <a:xfrm>
          <a:off x="0" y="1439070"/>
          <a:ext cx="10077061" cy="631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b="1" kern="1200"/>
            <a:t>Suggesting suitable crops</a:t>
          </a:r>
          <a:r>
            <a:rPr lang="en-IN" sz="2700" kern="1200"/>
            <a:t> for different conditions </a:t>
          </a:r>
        </a:p>
      </dsp:txBody>
      <dsp:txXfrm>
        <a:off x="30842" y="1469912"/>
        <a:ext cx="10015377" cy="570116"/>
      </dsp:txXfrm>
    </dsp:sp>
    <dsp:sp modelId="{95E66ED1-2ECC-4D8F-9FF3-DC1508758DDE}">
      <dsp:nvSpPr>
        <dsp:cNvPr id="0" name=""/>
        <dsp:cNvSpPr/>
      </dsp:nvSpPr>
      <dsp:spPr>
        <a:xfrm>
          <a:off x="0" y="2148630"/>
          <a:ext cx="10077061" cy="631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b="1" kern="1200"/>
            <a:t>Suggesting better irrigation methods</a:t>
          </a:r>
          <a:r>
            <a:rPr lang="en-IN" sz="2700" kern="1200"/>
            <a:t> </a:t>
          </a:r>
        </a:p>
      </dsp:txBody>
      <dsp:txXfrm>
        <a:off x="30842" y="2179472"/>
        <a:ext cx="10015377" cy="570116"/>
      </dsp:txXfrm>
    </dsp:sp>
    <dsp:sp modelId="{01B00F4C-2CD2-4AD3-A562-A281A1D52A79}">
      <dsp:nvSpPr>
        <dsp:cNvPr id="0" name=""/>
        <dsp:cNvSpPr/>
      </dsp:nvSpPr>
      <dsp:spPr>
        <a:xfrm>
          <a:off x="0" y="2858190"/>
          <a:ext cx="10077061" cy="631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b="1" kern="1200"/>
            <a:t>Adding real-time weather data</a:t>
          </a:r>
          <a:r>
            <a:rPr lang="en-IN" sz="2700" kern="1200"/>
            <a:t> </a:t>
          </a:r>
        </a:p>
      </dsp:txBody>
      <dsp:txXfrm>
        <a:off x="30842" y="2889032"/>
        <a:ext cx="10015377" cy="570116"/>
      </dsp:txXfrm>
    </dsp:sp>
    <dsp:sp modelId="{A140E522-1811-46BD-9A43-BFC43440B4E1}">
      <dsp:nvSpPr>
        <dsp:cNvPr id="0" name=""/>
        <dsp:cNvSpPr/>
      </dsp:nvSpPr>
      <dsp:spPr>
        <a:xfrm>
          <a:off x="0" y="3567750"/>
          <a:ext cx="10077061" cy="631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b="1" kern="1200"/>
            <a:t>Creating an interactive dashboard</a:t>
          </a:r>
          <a:r>
            <a:rPr lang="en-IN" sz="2700" kern="1200"/>
            <a:t> using Power BI or Tableau</a:t>
          </a:r>
        </a:p>
      </dsp:txBody>
      <dsp:txXfrm>
        <a:off x="30842" y="3598592"/>
        <a:ext cx="10015377" cy="57011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EF95AA-1BCC-4425-8143-EE649D3B491C}">
      <dsp:nvSpPr>
        <dsp:cNvPr id="0" name=""/>
        <dsp:cNvSpPr/>
      </dsp:nvSpPr>
      <dsp:spPr>
        <a:xfrm>
          <a:off x="1026755" y="0"/>
          <a:ext cx="3768790" cy="3768790"/>
        </a:xfrm>
        <a:prstGeom prst="ellipse">
          <a:avLst/>
        </a:prstGeom>
        <a:solidFill>
          <a:schemeClr val="accent5">
            <a:alpha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b="1" kern="1200"/>
            <a:t>Thank you</a:t>
          </a:r>
          <a:endParaRPr lang="en-IN" sz="6500" kern="1200"/>
        </a:p>
      </dsp:txBody>
      <dsp:txXfrm>
        <a:off x="1578682" y="551927"/>
        <a:ext cx="2664936" cy="26649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timeline" pri="103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9/4/2026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9/4/2026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3.pn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5.png"/><Relationship Id="rId9" Type="http://schemas.microsoft.com/office/2007/relationships/diagramDrawing" Target="../diagrams/drawing2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7" Type="http://schemas.openxmlformats.org/officeDocument/2006/relationships/image" Target="../media/image1.jfif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0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9369" y="3870715"/>
            <a:ext cx="4059425" cy="58176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r"/>
            <a:r>
              <a:rPr lang="en-US" sz="2400" dirty="0">
                <a:solidFill>
                  <a:schemeClr val="tx1"/>
                </a:solidFill>
              </a:rPr>
              <a:t>Student Name</a:t>
            </a:r>
            <a:r>
              <a:rPr lang="en-US" sz="2400" b="0" dirty="0">
                <a:solidFill>
                  <a:schemeClr val="tx1"/>
                </a:solidFill>
              </a:rPr>
              <a:t>-</a:t>
            </a:r>
            <a:r>
              <a:rPr lang="en-US" b="0" dirty="0">
                <a:solidFill>
                  <a:schemeClr val="tx1"/>
                </a:solidFill>
              </a:rPr>
              <a:t>Ravi Kumar </a:t>
            </a:r>
            <a:endParaRPr lang="en-IN" b="0" dirty="0">
              <a:solidFill>
                <a:schemeClr val="tx1"/>
              </a:solidFill>
            </a:endParaRPr>
          </a:p>
          <a:p>
            <a:pPr algn="r"/>
            <a:r>
              <a:rPr lang="en-US" b="0" dirty="0">
                <a:solidFill>
                  <a:schemeClr val="tx1"/>
                </a:solidFill>
              </a:rPr>
              <a:t> 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369" y="2794001"/>
            <a:ext cx="7513914" cy="1029934"/>
          </a:xfrm>
        </p:spPr>
        <p:txBody>
          <a:bodyPr>
            <a:noAutofit/>
          </a:bodyPr>
          <a:lstStyle/>
          <a:p>
            <a:r>
              <a:rPr lang="en-GB" dirty="0"/>
              <a:t>Project Title -</a:t>
            </a:r>
            <a:r>
              <a:rPr lang="en-IN" dirty="0"/>
              <a:t>Seasonal Agriculture Performance Analysis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6096000" y="3917495"/>
            <a:ext cx="3421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</a:t>
            </a:r>
            <a:r>
              <a:rPr lang="en-IN" dirty="0"/>
              <a:t>STU6a6438c1bf14a1784953025 </a:t>
            </a:r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F4A251-668A-A7FE-A841-01FD4A7EDE77}"/>
              </a:ext>
            </a:extLst>
          </p:cNvPr>
          <p:cNvSpPr txBox="1"/>
          <p:nvPr/>
        </p:nvSpPr>
        <p:spPr>
          <a:xfrm>
            <a:off x="1219369" y="4502272"/>
            <a:ext cx="451571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College Name- </a:t>
            </a:r>
            <a:r>
              <a:rPr lang="en-US" dirty="0"/>
              <a:t>Quantum University Roorkee, Uttarakhand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847218" cy="4319687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lvl="0"/>
            <a:r>
              <a:rPr lang="en-IN" sz="2800" dirty="0"/>
              <a:t>Agricultural performance can change from </a:t>
            </a:r>
            <a:r>
              <a:rPr lang="en-IN" sz="2800" b="1" dirty="0"/>
              <a:t>season to season</a:t>
            </a:r>
            <a:r>
              <a:rPr lang="en-IN" sz="2800" dirty="0"/>
              <a:t> due to weather, farming practices, available resources, and market conditions. </a:t>
            </a:r>
          </a:p>
          <a:p>
            <a:pPr lvl="0"/>
            <a:r>
              <a:rPr lang="en-IN" sz="2800" dirty="0"/>
              <a:t>The raw agricultural data does not clearly show </a:t>
            </a:r>
            <a:r>
              <a:rPr lang="en-IN" sz="2800" b="1" dirty="0"/>
              <a:t>how performance changes across different seasons</a:t>
            </a:r>
            <a:r>
              <a:rPr lang="en-IN" sz="2800" dirty="0"/>
              <a:t>. </a:t>
            </a:r>
          </a:p>
          <a:p>
            <a:pPr lvl="0"/>
            <a:r>
              <a:rPr lang="en-IN" sz="2800" dirty="0"/>
              <a:t>It is difficult to identify important </a:t>
            </a:r>
            <a:r>
              <a:rPr lang="en-IN" sz="2800" b="1" dirty="0"/>
              <a:t>patterns, trends, and relationships</a:t>
            </a:r>
            <a:r>
              <a:rPr lang="en-IN" sz="2800" dirty="0"/>
              <a:t> just by looking at the raw data. </a:t>
            </a:r>
          </a:p>
          <a:p>
            <a:pPr lvl="0"/>
            <a:r>
              <a:rPr lang="en-IN" sz="2800" dirty="0"/>
              <a:t>Therefore, this project aims to </a:t>
            </a:r>
            <a:r>
              <a:rPr lang="en-IN" sz="2800" b="1" dirty="0" err="1"/>
              <a:t>analyze</a:t>
            </a:r>
            <a:r>
              <a:rPr lang="en-IN" sz="2800" b="1" dirty="0"/>
              <a:t> the agricultural dataset</a:t>
            </a:r>
            <a:r>
              <a:rPr lang="en-IN" sz="2800" dirty="0"/>
              <a:t> and find meaningful seasonal patterns and variations.</a:t>
            </a:r>
          </a:p>
          <a:p>
            <a:pPr marL="0" indent="0">
              <a:lnSpc>
                <a:spcPct val="150000"/>
              </a:lnSpc>
              <a:buNone/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6443" y="151447"/>
            <a:ext cx="6783214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2B0CE40-9B5F-0524-56EA-7F3DEDE1F6A8}"/>
              </a:ext>
            </a:extLst>
          </p:cNvPr>
          <p:cNvSpPr txBox="1"/>
          <p:nvPr/>
        </p:nvSpPr>
        <p:spPr>
          <a:xfrm>
            <a:off x="1091682" y="1351508"/>
            <a:ext cx="922797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2200" dirty="0"/>
              <a:t>This project is about </a:t>
            </a:r>
            <a:r>
              <a:rPr lang="en-IN" sz="2200" b="1" dirty="0" err="1"/>
              <a:t>analyzing</a:t>
            </a:r>
            <a:r>
              <a:rPr lang="en-IN" sz="2200" b="1" dirty="0"/>
              <a:t> agriculture data</a:t>
            </a:r>
            <a:r>
              <a:rPr lang="en-IN" sz="2200" dirty="0"/>
              <a:t> from different seasons.</a:t>
            </a:r>
          </a:p>
          <a:p>
            <a:pPr lvl="0"/>
            <a:r>
              <a:rPr lang="en-IN" sz="2200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2200" dirty="0"/>
              <a:t>It helps us understand </a:t>
            </a:r>
            <a:r>
              <a:rPr lang="en-IN" sz="2200" b="1" dirty="0"/>
              <a:t>crop production and crop performance</a:t>
            </a:r>
            <a:r>
              <a:rPr lang="en-IN" sz="2200" dirty="0"/>
              <a:t>. </a:t>
            </a:r>
          </a:p>
          <a:p>
            <a:pPr lvl="0"/>
            <a:endParaRPr lang="en-IN" sz="2200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2200" dirty="0"/>
              <a:t>The data is cleaned and </a:t>
            </a:r>
            <a:r>
              <a:rPr lang="en-IN" sz="2200" dirty="0" err="1"/>
              <a:t>analyzed</a:t>
            </a:r>
            <a:r>
              <a:rPr lang="en-IN" sz="2200" dirty="0"/>
              <a:t> using </a:t>
            </a:r>
            <a:r>
              <a:rPr lang="en-IN" sz="2200" b="1" dirty="0"/>
              <a:t>Python</a:t>
            </a:r>
            <a:r>
              <a:rPr lang="en-IN" sz="2200" dirty="0"/>
              <a:t>.</a:t>
            </a:r>
          </a:p>
          <a:p>
            <a:pPr lvl="0"/>
            <a:r>
              <a:rPr lang="en-IN" sz="2200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2200" dirty="0"/>
              <a:t>Different </a:t>
            </a:r>
            <a:r>
              <a:rPr lang="en-IN" sz="2200" b="1" dirty="0"/>
              <a:t>graphs and charts</a:t>
            </a:r>
            <a:r>
              <a:rPr lang="en-IN" sz="2200" dirty="0"/>
              <a:t> are used to understand the data easily.</a:t>
            </a:r>
          </a:p>
          <a:p>
            <a:pPr lvl="0"/>
            <a:r>
              <a:rPr lang="en-IN" sz="2200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2200" dirty="0"/>
              <a:t>The main aim is to find </a:t>
            </a:r>
            <a:r>
              <a:rPr lang="en-IN" sz="2200" b="1" dirty="0"/>
              <a:t>useful information and trends</a:t>
            </a:r>
            <a:r>
              <a:rPr lang="en-IN" sz="2200" dirty="0"/>
              <a:t> from the agriculture data. </a:t>
            </a:r>
          </a:p>
          <a:p>
            <a:pPr lvl="0"/>
            <a:endParaRPr lang="en-IN" sz="2200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2200" dirty="0"/>
              <a:t>This analysis can help in </a:t>
            </a:r>
            <a:r>
              <a:rPr lang="en-IN" sz="2200" b="1" dirty="0"/>
              <a:t>better planning and decision-making</a:t>
            </a:r>
            <a:r>
              <a:rPr lang="en-IN" sz="2200" dirty="0"/>
              <a:t> in agriculture.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565ED8E-78C9-5095-41C7-92DC72CD2C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4832021"/>
              </p:ext>
            </p:extLst>
          </p:nvPr>
        </p:nvGraphicFramePr>
        <p:xfrm>
          <a:off x="620008" y="1546030"/>
          <a:ext cx="10951984" cy="46307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391425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E646677-95D9-5F7C-9710-1D8CA41322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0940805"/>
              </p:ext>
            </p:extLst>
          </p:nvPr>
        </p:nvGraphicFramePr>
        <p:xfrm>
          <a:off x="1452839" y="430567"/>
          <a:ext cx="9027702" cy="5243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56714"/>
            <a:ext cx="8272099" cy="512454"/>
          </a:xfrm>
        </p:spPr>
        <p:txBody>
          <a:bodyPr>
            <a:noAutofit/>
          </a:bodyPr>
          <a:lstStyle/>
          <a:p>
            <a:r>
              <a:rPr lang="en-GB" sz="2200" dirty="0"/>
              <a:t>RESULTS:</a:t>
            </a:r>
            <a:r>
              <a:rPr lang="en-IN" sz="2000" b="0" dirty="0"/>
              <a:t>Average Profit by Crop</a:t>
            </a:r>
            <a:br>
              <a:rPr lang="en-IN" sz="7200" b="0" dirty="0"/>
            </a:br>
            <a:endParaRPr lang="en-IN" sz="44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2C4DA3-50FB-D8A7-A9A1-85CA07032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126" y="673148"/>
            <a:ext cx="7156969" cy="3564293"/>
          </a:xfrm>
          <a:prstGeom prst="rect">
            <a:avLst/>
          </a:prstGeom>
        </p:spPr>
      </p:pic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FD571348-47FA-4BD2-966B-3DA79788AC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0552906"/>
              </p:ext>
            </p:extLst>
          </p:nvPr>
        </p:nvGraphicFramePr>
        <p:xfrm>
          <a:off x="447320" y="4568580"/>
          <a:ext cx="11372503" cy="1799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3507748-FB7B-E5DB-E231-8BEC3D20450E}"/>
              </a:ext>
            </a:extLst>
          </p:cNvPr>
          <p:cNvSpPr txBox="1"/>
          <p:nvPr/>
        </p:nvSpPr>
        <p:spPr>
          <a:xfrm>
            <a:off x="7477951" y="922269"/>
            <a:ext cx="4341872" cy="295465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600" b="1" dirty="0"/>
              <a:t>CODE:-</a:t>
            </a:r>
          </a:p>
          <a:p>
            <a:r>
              <a:rPr lang="en-IN" sz="1400" dirty="0" err="1"/>
              <a:t>profit_crop</a:t>
            </a:r>
            <a:r>
              <a:rPr lang="en-IN" sz="1400" dirty="0"/>
              <a:t> = </a:t>
            </a:r>
            <a:r>
              <a:rPr lang="en-IN" sz="1400" dirty="0" err="1"/>
              <a:t>df.groupby</a:t>
            </a:r>
            <a:r>
              <a:rPr lang="en-IN" sz="1400" dirty="0"/>
              <a:t>("Crop")["</a:t>
            </a:r>
            <a:r>
              <a:rPr lang="en-IN" sz="1400" dirty="0" err="1"/>
              <a:t>Profit_INR</a:t>
            </a:r>
            <a:r>
              <a:rPr lang="en-IN" sz="1400" dirty="0"/>
              <a:t>"].mean().</a:t>
            </a:r>
            <a:r>
              <a:rPr lang="en-IN" sz="1400" dirty="0" err="1"/>
              <a:t>sort_values</a:t>
            </a:r>
            <a:r>
              <a:rPr lang="en-IN" sz="1400" dirty="0"/>
              <a:t>(ascending=False)</a:t>
            </a:r>
          </a:p>
          <a:p>
            <a:r>
              <a:rPr lang="en-IN" sz="1400" dirty="0" err="1"/>
              <a:t>plt.figure</a:t>
            </a:r>
            <a:r>
              <a:rPr lang="en-IN" sz="1400" dirty="0"/>
              <a:t>(</a:t>
            </a:r>
            <a:r>
              <a:rPr lang="en-IN" sz="1400" dirty="0" err="1"/>
              <a:t>figsize</a:t>
            </a:r>
            <a:r>
              <a:rPr lang="en-IN" sz="1400" dirty="0"/>
              <a:t>=(10,5))</a:t>
            </a:r>
          </a:p>
          <a:p>
            <a:r>
              <a:rPr lang="en-IN" sz="1400" dirty="0" err="1"/>
              <a:t>profit_crop.plot</a:t>
            </a:r>
            <a:r>
              <a:rPr lang="en-IN" sz="1400" dirty="0"/>
              <a:t>(kind="bar")</a:t>
            </a:r>
          </a:p>
          <a:p>
            <a:r>
              <a:rPr lang="en-IN" sz="1400" dirty="0" err="1"/>
              <a:t>plt.title</a:t>
            </a:r>
            <a:r>
              <a:rPr lang="en-IN" sz="1400" dirty="0"/>
              <a:t>("</a:t>
            </a:r>
            <a:r>
              <a:rPr lang="en-IN" sz="1400" dirty="0">
                <a:solidFill>
                  <a:srgbClr val="FF0000"/>
                </a:solidFill>
              </a:rPr>
              <a:t>Average</a:t>
            </a:r>
            <a:r>
              <a:rPr lang="en-IN" sz="1400" dirty="0"/>
              <a:t> Profit by Crop")</a:t>
            </a:r>
          </a:p>
          <a:p>
            <a:r>
              <a:rPr lang="en-IN" sz="1400" dirty="0" err="1"/>
              <a:t>plt.xlabel</a:t>
            </a:r>
            <a:r>
              <a:rPr lang="en-IN" sz="1400" dirty="0"/>
              <a:t>("Crop")</a:t>
            </a:r>
          </a:p>
          <a:p>
            <a:r>
              <a:rPr lang="en-IN" sz="1400" dirty="0" err="1"/>
              <a:t>plt.ylabel</a:t>
            </a:r>
            <a:r>
              <a:rPr lang="en-IN" sz="1400" dirty="0"/>
              <a:t>("Average Profit (INR)")</a:t>
            </a:r>
          </a:p>
          <a:p>
            <a:r>
              <a:rPr lang="en-IN" sz="1400" dirty="0" err="1"/>
              <a:t>plt.xticks</a:t>
            </a:r>
            <a:r>
              <a:rPr lang="en-IN" sz="1400" dirty="0"/>
              <a:t>(rotation=45)</a:t>
            </a:r>
          </a:p>
          <a:p>
            <a:r>
              <a:rPr lang="en-IN" sz="1400" dirty="0" err="1"/>
              <a:t>plt.tight_layout</a:t>
            </a:r>
            <a:r>
              <a:rPr lang="en-IN" sz="1400" dirty="0"/>
              <a:t>()</a:t>
            </a:r>
          </a:p>
          <a:p>
            <a:r>
              <a:rPr lang="en-IN" sz="1400" dirty="0" err="1"/>
              <a:t>plt.show</a:t>
            </a:r>
            <a:r>
              <a:rPr lang="en-IN" sz="1400" dirty="0"/>
              <a:t>()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663D2-8520-2DB9-5609-B58B3EB06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428C75-7B7F-DAA2-FF3E-BD8B45243B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1CED6A9-3A33-5BBC-5300-09E1DBF9E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56714"/>
            <a:ext cx="8272099" cy="512454"/>
          </a:xfrm>
        </p:spPr>
        <p:txBody>
          <a:bodyPr>
            <a:noAutofit/>
          </a:bodyPr>
          <a:lstStyle/>
          <a:p>
            <a:r>
              <a:rPr lang="en-GB" sz="2200" dirty="0"/>
              <a:t>RESULTS:</a:t>
            </a:r>
            <a:r>
              <a:rPr lang="en-IN" sz="600" b="0" dirty="0"/>
              <a:t> </a:t>
            </a:r>
            <a:r>
              <a:rPr lang="en-IN" sz="2000" b="0" dirty="0"/>
              <a:t>Average Yield by Irrigation Method</a:t>
            </a:r>
            <a:br>
              <a:rPr lang="en-IN" sz="4400" b="0" dirty="0"/>
            </a:br>
            <a:br>
              <a:rPr lang="en-IN" sz="6600" b="0" dirty="0"/>
            </a:br>
            <a:endParaRPr lang="en-IN" sz="40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9B8888B4-529E-C43E-FFC4-DACFB0B4C49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4C16AAF-4651-E9C1-CF25-2B1D45604D6E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365E344D-7643-603A-DB65-021C44E3D1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3539778"/>
              </p:ext>
            </p:extLst>
          </p:nvPr>
        </p:nvGraphicFramePr>
        <p:xfrm>
          <a:off x="447320" y="4568580"/>
          <a:ext cx="11372503" cy="1799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E873CD5-E445-359A-CA9B-DE980F401415}"/>
              </a:ext>
            </a:extLst>
          </p:cNvPr>
          <p:cNvSpPr txBox="1"/>
          <p:nvPr/>
        </p:nvSpPr>
        <p:spPr>
          <a:xfrm>
            <a:off x="7477951" y="922269"/>
            <a:ext cx="4341872" cy="26776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CODE:-</a:t>
            </a:r>
          </a:p>
          <a:p>
            <a:r>
              <a:rPr lang="en-IN" sz="1400" dirty="0" err="1"/>
              <a:t>yield_irrigation</a:t>
            </a:r>
            <a:r>
              <a:rPr lang="en-IN" sz="1400" dirty="0"/>
              <a:t> = </a:t>
            </a:r>
            <a:r>
              <a:rPr lang="en-IN" sz="1400" dirty="0" err="1"/>
              <a:t>df.groupby</a:t>
            </a:r>
            <a:r>
              <a:rPr lang="en-IN" sz="1400" dirty="0"/>
              <a:t>("</a:t>
            </a:r>
            <a:r>
              <a:rPr lang="en-IN" sz="1400" dirty="0" err="1"/>
              <a:t>Irrigation_Method</a:t>
            </a:r>
            <a:r>
              <a:rPr lang="en-IN" sz="1400" dirty="0"/>
              <a:t>")["</a:t>
            </a:r>
            <a:r>
              <a:rPr lang="en-IN" sz="1400" dirty="0" err="1"/>
              <a:t>Yield_Tonnes_Ha</a:t>
            </a:r>
            <a:r>
              <a:rPr lang="en-IN" sz="1400" dirty="0"/>
              <a:t>"].mean().</a:t>
            </a:r>
            <a:r>
              <a:rPr lang="en-IN" sz="1400" dirty="0" err="1"/>
              <a:t>sort_values</a:t>
            </a:r>
            <a:r>
              <a:rPr lang="en-IN" sz="1400" dirty="0"/>
              <a:t>(ascending=False)</a:t>
            </a:r>
          </a:p>
          <a:p>
            <a:r>
              <a:rPr lang="en-IN" sz="1400" dirty="0" err="1"/>
              <a:t>plt.figure</a:t>
            </a:r>
            <a:r>
              <a:rPr lang="en-IN" sz="1400" dirty="0"/>
              <a:t>(</a:t>
            </a:r>
            <a:r>
              <a:rPr lang="en-IN" sz="1400" dirty="0" err="1"/>
              <a:t>figsize</a:t>
            </a:r>
            <a:r>
              <a:rPr lang="en-IN" sz="1400" dirty="0"/>
              <a:t>=(9,5))</a:t>
            </a:r>
          </a:p>
          <a:p>
            <a:r>
              <a:rPr lang="en-IN" sz="1400" dirty="0" err="1"/>
              <a:t>yield_irrigation.plot</a:t>
            </a:r>
            <a:r>
              <a:rPr lang="en-IN" sz="1400" dirty="0"/>
              <a:t>(kind="bar")</a:t>
            </a:r>
          </a:p>
          <a:p>
            <a:r>
              <a:rPr lang="en-IN" sz="1400" dirty="0" err="1"/>
              <a:t>plt.title</a:t>
            </a:r>
            <a:r>
              <a:rPr lang="en-IN" sz="1400" dirty="0"/>
              <a:t>("Average Yield by Irrigation Method")</a:t>
            </a:r>
          </a:p>
          <a:p>
            <a:r>
              <a:rPr lang="en-IN" sz="1400" dirty="0" err="1"/>
              <a:t>plt.xlabel</a:t>
            </a:r>
            <a:r>
              <a:rPr lang="en-IN" sz="1400" dirty="0"/>
              <a:t>("Irrigation Method")</a:t>
            </a:r>
          </a:p>
          <a:p>
            <a:r>
              <a:rPr lang="en-IN" sz="1400" dirty="0" err="1"/>
              <a:t>plt.ylabel</a:t>
            </a:r>
            <a:r>
              <a:rPr lang="en-IN" sz="1400" dirty="0"/>
              <a:t>("Average Yield (Tonnes/Ha)")</a:t>
            </a:r>
          </a:p>
          <a:p>
            <a:r>
              <a:rPr lang="en-IN" sz="1400" dirty="0" err="1"/>
              <a:t>plt.xticks</a:t>
            </a:r>
            <a:r>
              <a:rPr lang="en-IN" sz="1400" dirty="0"/>
              <a:t>(rotation=0)</a:t>
            </a:r>
          </a:p>
          <a:p>
            <a:r>
              <a:rPr lang="en-IN" sz="1400" dirty="0" err="1"/>
              <a:t>plt.tight_layout</a:t>
            </a:r>
            <a:r>
              <a:rPr lang="en-IN" sz="1400" dirty="0"/>
              <a:t>()</a:t>
            </a:r>
          </a:p>
          <a:p>
            <a:r>
              <a:rPr lang="en-IN" sz="1400" dirty="0" err="1"/>
              <a:t>plt.show</a:t>
            </a:r>
            <a:r>
              <a:rPr lang="en-IN" sz="1400" dirty="0"/>
              <a:t>()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9AE117-5FAE-1150-7060-C2D620D321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8285" y="733335"/>
            <a:ext cx="6608938" cy="3642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417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F63BA-FCA3-D9ED-2D35-3EAAAFF38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E6BBBF-085F-54B2-15C5-7B7912B25E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8A94293-737B-4391-A40D-F69C1C783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56714"/>
            <a:ext cx="8272099" cy="512454"/>
          </a:xfrm>
        </p:spPr>
        <p:txBody>
          <a:bodyPr>
            <a:noAutofit/>
          </a:bodyPr>
          <a:lstStyle/>
          <a:p>
            <a:r>
              <a:rPr lang="en-GB" sz="2200" dirty="0"/>
              <a:t>RESULTS:</a:t>
            </a:r>
            <a:r>
              <a:rPr lang="en-IN" sz="600" b="0" dirty="0"/>
              <a:t> </a:t>
            </a:r>
            <a:r>
              <a:rPr lang="en-IN" sz="2000" b="0" dirty="0"/>
              <a:t>Average Profit By Season</a:t>
            </a:r>
            <a:br>
              <a:rPr lang="en-IN" sz="4400" b="0" dirty="0"/>
            </a:br>
            <a:br>
              <a:rPr lang="en-IN" sz="6600" b="0" dirty="0"/>
            </a:br>
            <a:endParaRPr lang="en-IN" sz="40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D38581E-DA09-F529-8A69-CE8930491E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9649423-0277-8339-C587-741854EBE5E7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AE6D6730-5169-FFF4-DCEC-967F6A8963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5486795"/>
              </p:ext>
            </p:extLst>
          </p:nvPr>
        </p:nvGraphicFramePr>
        <p:xfrm>
          <a:off x="447320" y="4568580"/>
          <a:ext cx="11372503" cy="1799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213DCE6C-F001-F071-199E-49233364FE0F}"/>
              </a:ext>
            </a:extLst>
          </p:cNvPr>
          <p:cNvSpPr txBox="1"/>
          <p:nvPr/>
        </p:nvSpPr>
        <p:spPr>
          <a:xfrm>
            <a:off x="7477951" y="922269"/>
            <a:ext cx="4341872" cy="28931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CODE:-</a:t>
            </a:r>
          </a:p>
          <a:p>
            <a:r>
              <a:rPr lang="en-IN" sz="1400" dirty="0" err="1"/>
              <a:t>profit_season</a:t>
            </a:r>
            <a:r>
              <a:rPr lang="en-IN" sz="1400" dirty="0"/>
              <a:t> = </a:t>
            </a:r>
            <a:r>
              <a:rPr lang="en-IN" sz="1400" dirty="0" err="1"/>
              <a:t>df.groupby</a:t>
            </a:r>
            <a:r>
              <a:rPr lang="en-IN" sz="1400" dirty="0"/>
              <a:t>("Season")["</a:t>
            </a:r>
            <a:r>
              <a:rPr lang="en-IN" sz="1400" dirty="0" err="1"/>
              <a:t>Profit_INR</a:t>
            </a:r>
            <a:r>
              <a:rPr lang="en-IN" sz="1400" dirty="0"/>
              <a:t>"].mean().</a:t>
            </a:r>
            <a:r>
              <a:rPr lang="en-IN" sz="1400" dirty="0" err="1"/>
              <a:t>sort_values</a:t>
            </a:r>
            <a:r>
              <a:rPr lang="en-IN" sz="1400" dirty="0"/>
              <a:t>(ascending=False)</a:t>
            </a:r>
          </a:p>
          <a:p>
            <a:r>
              <a:rPr lang="en-IN" sz="1400" dirty="0" err="1"/>
              <a:t>plt.figure</a:t>
            </a:r>
            <a:r>
              <a:rPr lang="en-IN" sz="1400" dirty="0"/>
              <a:t>(</a:t>
            </a:r>
            <a:r>
              <a:rPr lang="en-IN" sz="1400" dirty="0" err="1"/>
              <a:t>figsize</a:t>
            </a:r>
            <a:r>
              <a:rPr lang="en-IN" sz="1400" dirty="0"/>
              <a:t>=(8,5))</a:t>
            </a:r>
          </a:p>
          <a:p>
            <a:r>
              <a:rPr lang="en-IN" sz="1400" dirty="0" err="1"/>
              <a:t>profit_season.plot</a:t>
            </a:r>
            <a:r>
              <a:rPr lang="en-IN" sz="1400" dirty="0"/>
              <a:t>(kind="bar")</a:t>
            </a:r>
          </a:p>
          <a:p>
            <a:r>
              <a:rPr lang="en-IN" sz="1400" dirty="0" err="1"/>
              <a:t>plt.title</a:t>
            </a:r>
            <a:r>
              <a:rPr lang="en-IN" sz="1400" dirty="0"/>
              <a:t>("Average Profit by Season")</a:t>
            </a:r>
          </a:p>
          <a:p>
            <a:r>
              <a:rPr lang="en-IN" sz="1400" dirty="0" err="1"/>
              <a:t>plt.xlabel</a:t>
            </a:r>
            <a:r>
              <a:rPr lang="en-IN" sz="1400" dirty="0"/>
              <a:t>("Season")</a:t>
            </a:r>
          </a:p>
          <a:p>
            <a:r>
              <a:rPr lang="en-IN" sz="1400" dirty="0" err="1"/>
              <a:t>plt.ylabel</a:t>
            </a:r>
            <a:r>
              <a:rPr lang="en-IN" sz="1400" dirty="0"/>
              <a:t>("Average Profit (INR)")</a:t>
            </a:r>
          </a:p>
          <a:p>
            <a:r>
              <a:rPr lang="en-IN" sz="1400" dirty="0" err="1"/>
              <a:t>plt.xticks</a:t>
            </a:r>
            <a:r>
              <a:rPr lang="en-IN" sz="1400" dirty="0"/>
              <a:t>(rotation=0)</a:t>
            </a:r>
          </a:p>
          <a:p>
            <a:r>
              <a:rPr lang="en-IN" sz="1400" dirty="0" err="1"/>
              <a:t>plt.tight_layout</a:t>
            </a:r>
            <a:r>
              <a:rPr lang="en-IN" sz="1400" dirty="0"/>
              <a:t>()</a:t>
            </a:r>
          </a:p>
          <a:p>
            <a:r>
              <a:rPr lang="en-IN" sz="1400" dirty="0" err="1"/>
              <a:t>plt.show</a:t>
            </a:r>
            <a:r>
              <a:rPr lang="en-IN" sz="1400" dirty="0"/>
              <a:t>()</a:t>
            </a:r>
          </a:p>
          <a:p>
            <a:endParaRPr lang="en-IN" sz="14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7572FA-1243-F08A-E441-077249CF55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648" y="617846"/>
            <a:ext cx="6464527" cy="35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334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11853-364F-D89E-6D6A-0BB5E1BC9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CC329A-9CDE-DF16-4AB8-AC95E309D3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2F9BC36-F8C8-8AF0-8609-0D3885576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56714"/>
            <a:ext cx="8272099" cy="512454"/>
          </a:xfrm>
        </p:spPr>
        <p:txBody>
          <a:bodyPr>
            <a:noAutofit/>
          </a:bodyPr>
          <a:lstStyle/>
          <a:p>
            <a:r>
              <a:rPr lang="en-GB" sz="2200" dirty="0"/>
              <a:t>RESULTS:</a:t>
            </a:r>
            <a:r>
              <a:rPr lang="en-IN" sz="600" b="0" dirty="0"/>
              <a:t> </a:t>
            </a:r>
            <a:r>
              <a:rPr lang="en-IN" sz="2000" b="0" dirty="0"/>
              <a:t>Average Profit By State</a:t>
            </a:r>
            <a:br>
              <a:rPr lang="en-IN" sz="4400" b="0" dirty="0"/>
            </a:br>
            <a:br>
              <a:rPr lang="en-IN" sz="6600" b="0" dirty="0"/>
            </a:br>
            <a:endParaRPr lang="en-IN" sz="40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698B1B84-6FFF-C5D1-14BE-0100FD14DCFA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9BEAB39-6A01-E2C5-913A-15B281468027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BA3642F4-32D7-2CC0-DA7A-DB623321E2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7459831"/>
              </p:ext>
            </p:extLst>
          </p:nvPr>
        </p:nvGraphicFramePr>
        <p:xfrm>
          <a:off x="447320" y="4568580"/>
          <a:ext cx="11372503" cy="1799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6CE9E15-ADCD-4910-DC7D-13F0C6AF288E}"/>
              </a:ext>
            </a:extLst>
          </p:cNvPr>
          <p:cNvSpPr txBox="1"/>
          <p:nvPr/>
        </p:nvSpPr>
        <p:spPr>
          <a:xfrm>
            <a:off x="7477951" y="922269"/>
            <a:ext cx="4341872" cy="246221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CODE:-</a:t>
            </a:r>
          </a:p>
          <a:p>
            <a:r>
              <a:rPr lang="en-IN" sz="1400" dirty="0" err="1"/>
              <a:t>profit_state</a:t>
            </a:r>
            <a:r>
              <a:rPr lang="en-IN" sz="1400" dirty="0"/>
              <a:t> = </a:t>
            </a:r>
            <a:r>
              <a:rPr lang="en-IN" sz="1400" dirty="0" err="1"/>
              <a:t>df.groupby</a:t>
            </a:r>
            <a:r>
              <a:rPr lang="en-IN" sz="1400" dirty="0"/>
              <a:t>("State")["</a:t>
            </a:r>
            <a:r>
              <a:rPr lang="en-IN" sz="1400" dirty="0" err="1"/>
              <a:t>Profit_INR</a:t>
            </a:r>
            <a:r>
              <a:rPr lang="en-IN" sz="1400" dirty="0"/>
              <a:t>"].mean().</a:t>
            </a:r>
            <a:r>
              <a:rPr lang="en-IN" sz="1400" dirty="0" err="1"/>
              <a:t>sort_values</a:t>
            </a:r>
            <a:r>
              <a:rPr lang="en-IN" sz="1400" dirty="0"/>
              <a:t>()</a:t>
            </a:r>
          </a:p>
          <a:p>
            <a:r>
              <a:rPr lang="en-IN" sz="1400" dirty="0" err="1"/>
              <a:t>plt.figure</a:t>
            </a:r>
            <a:r>
              <a:rPr lang="en-IN" sz="1400" dirty="0"/>
              <a:t>(</a:t>
            </a:r>
            <a:r>
              <a:rPr lang="en-IN" sz="1400" dirty="0" err="1"/>
              <a:t>figsize</a:t>
            </a:r>
            <a:r>
              <a:rPr lang="en-IN" sz="1400" dirty="0"/>
              <a:t>=(10,6))</a:t>
            </a:r>
          </a:p>
          <a:p>
            <a:r>
              <a:rPr lang="en-IN" sz="1400" dirty="0" err="1"/>
              <a:t>profit_state.plot</a:t>
            </a:r>
            <a:r>
              <a:rPr lang="en-IN" sz="1400" dirty="0"/>
              <a:t>(kind="</a:t>
            </a:r>
            <a:r>
              <a:rPr lang="en-IN" sz="1400" dirty="0" err="1"/>
              <a:t>barh</a:t>
            </a:r>
            <a:r>
              <a:rPr lang="en-IN" sz="1400" dirty="0"/>
              <a:t>")</a:t>
            </a:r>
          </a:p>
          <a:p>
            <a:r>
              <a:rPr lang="en-IN" sz="1400" dirty="0" err="1"/>
              <a:t>plt.title</a:t>
            </a:r>
            <a:r>
              <a:rPr lang="en-IN" sz="1400" dirty="0"/>
              <a:t>("Average Profit by State")</a:t>
            </a:r>
          </a:p>
          <a:p>
            <a:r>
              <a:rPr lang="en-IN" sz="1400" dirty="0" err="1"/>
              <a:t>plt.xlabel</a:t>
            </a:r>
            <a:r>
              <a:rPr lang="en-IN" sz="1400" dirty="0"/>
              <a:t>("Average Profit (INR)")</a:t>
            </a:r>
          </a:p>
          <a:p>
            <a:r>
              <a:rPr lang="en-IN" sz="1400" dirty="0" err="1"/>
              <a:t>plt.ylabel</a:t>
            </a:r>
            <a:r>
              <a:rPr lang="en-IN" sz="1400" dirty="0"/>
              <a:t>("State")</a:t>
            </a:r>
          </a:p>
          <a:p>
            <a:r>
              <a:rPr lang="en-IN" sz="1400" dirty="0" err="1"/>
              <a:t>plt.tight_layout</a:t>
            </a:r>
            <a:r>
              <a:rPr lang="en-IN" sz="1400" dirty="0"/>
              <a:t>()</a:t>
            </a:r>
          </a:p>
          <a:p>
            <a:r>
              <a:rPr lang="en-IN" sz="1400" dirty="0" err="1"/>
              <a:t>plt.show</a:t>
            </a:r>
            <a:r>
              <a:rPr lang="en-IN" sz="1400" dirty="0"/>
              <a:t>()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6F80B8-87DC-37EF-A2BD-ADB3D3FE7DD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7319" y="490060"/>
            <a:ext cx="7030631" cy="4078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30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5FD5E-546B-E695-ECFB-8AC4E4403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3E24D8-B92B-845B-0515-F08C2EC649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D48AF32-318C-2EBB-9E48-087C262F2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56714"/>
            <a:ext cx="8272099" cy="512454"/>
          </a:xfrm>
        </p:spPr>
        <p:txBody>
          <a:bodyPr>
            <a:noAutofit/>
          </a:bodyPr>
          <a:lstStyle/>
          <a:p>
            <a:r>
              <a:rPr lang="en-GB" sz="2200" dirty="0"/>
              <a:t>RESULTS:</a:t>
            </a:r>
            <a:r>
              <a:rPr lang="en-IN" sz="600" b="0" dirty="0"/>
              <a:t> </a:t>
            </a:r>
            <a:r>
              <a:rPr lang="en-IN" sz="2000" b="0" dirty="0"/>
              <a:t>Water Use Vs Yield</a:t>
            </a:r>
            <a:br>
              <a:rPr lang="en-IN" sz="4400" b="0" dirty="0"/>
            </a:br>
            <a:br>
              <a:rPr lang="en-IN" sz="6600" b="0" dirty="0"/>
            </a:br>
            <a:endParaRPr lang="en-IN" sz="40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7DA1F7D9-55AA-4801-1A11-0417ABCD254D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32D6F277-F26B-9148-5F93-7112B556024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CECF61F6-AEAD-A230-D0AC-DFB658C8F1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5794654"/>
              </p:ext>
            </p:extLst>
          </p:nvPr>
        </p:nvGraphicFramePr>
        <p:xfrm>
          <a:off x="447320" y="4568580"/>
          <a:ext cx="11372503" cy="1799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A9B6A2B-2D67-A2E0-8713-061FE1BA9C11}"/>
              </a:ext>
            </a:extLst>
          </p:cNvPr>
          <p:cNvSpPr txBox="1"/>
          <p:nvPr/>
        </p:nvSpPr>
        <p:spPr>
          <a:xfrm>
            <a:off x="7477951" y="922269"/>
            <a:ext cx="4341872" cy="310854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CODE:-</a:t>
            </a:r>
          </a:p>
          <a:p>
            <a:r>
              <a:rPr lang="en-IN" sz="1400" dirty="0" err="1"/>
              <a:t>plt.figure</a:t>
            </a:r>
            <a:r>
              <a:rPr lang="en-IN" sz="1400" dirty="0"/>
              <a:t>(</a:t>
            </a:r>
            <a:r>
              <a:rPr lang="en-IN" sz="1400" dirty="0" err="1"/>
              <a:t>figsize</a:t>
            </a:r>
            <a:r>
              <a:rPr lang="en-IN" sz="1400" dirty="0"/>
              <a:t>=(10,6))</a:t>
            </a:r>
          </a:p>
          <a:p>
            <a:r>
              <a:rPr lang="en-IN" sz="1400" dirty="0" err="1"/>
              <a:t>sns.scatterplot</a:t>
            </a:r>
            <a:r>
              <a:rPr lang="en-IN" sz="1400" dirty="0"/>
              <a:t>(</a:t>
            </a:r>
          </a:p>
          <a:p>
            <a:r>
              <a:rPr lang="en-IN" sz="1400" dirty="0"/>
              <a:t>    data=</a:t>
            </a:r>
            <a:r>
              <a:rPr lang="en-IN" sz="1400" dirty="0" err="1"/>
              <a:t>df</a:t>
            </a:r>
            <a:r>
              <a:rPr lang="en-IN" sz="1400" dirty="0"/>
              <a:t>,</a:t>
            </a:r>
          </a:p>
          <a:p>
            <a:r>
              <a:rPr lang="en-IN" sz="1400" dirty="0"/>
              <a:t>    x="Water_Used_m3",</a:t>
            </a:r>
          </a:p>
          <a:p>
            <a:r>
              <a:rPr lang="en-IN" sz="1400" dirty="0"/>
              <a:t>    y="</a:t>
            </a:r>
            <a:r>
              <a:rPr lang="en-IN" sz="1400" dirty="0" err="1"/>
              <a:t>Yield_Tonnes_Ha</a:t>
            </a:r>
            <a:r>
              <a:rPr lang="en-IN" sz="1400" dirty="0"/>
              <a:t>",</a:t>
            </a:r>
          </a:p>
          <a:p>
            <a:r>
              <a:rPr lang="en-IN" sz="1400" dirty="0"/>
              <a:t>    hue="</a:t>
            </a:r>
            <a:r>
              <a:rPr lang="en-IN" sz="1400" dirty="0" err="1"/>
              <a:t>Irrigation_Method</a:t>
            </a:r>
            <a:r>
              <a:rPr lang="en-IN" sz="1400" dirty="0"/>
              <a:t>",</a:t>
            </a:r>
          </a:p>
          <a:p>
            <a:r>
              <a:rPr lang="en-IN" sz="1400" dirty="0"/>
              <a:t>    alpha=0.6</a:t>
            </a:r>
          </a:p>
          <a:p>
            <a:r>
              <a:rPr lang="en-IN" sz="1400" dirty="0"/>
              <a:t>)</a:t>
            </a:r>
          </a:p>
          <a:p>
            <a:r>
              <a:rPr lang="en-IN" sz="1400" dirty="0" err="1"/>
              <a:t>plt.title</a:t>
            </a:r>
            <a:r>
              <a:rPr lang="en-IN" sz="1400" dirty="0"/>
              <a:t>("Water Used vs Yield")</a:t>
            </a:r>
          </a:p>
          <a:p>
            <a:r>
              <a:rPr lang="en-IN" sz="1400" dirty="0" err="1"/>
              <a:t>plt.xlabel</a:t>
            </a:r>
            <a:r>
              <a:rPr lang="en-IN" sz="1400" dirty="0"/>
              <a:t>("Water Used (m³)")</a:t>
            </a:r>
          </a:p>
          <a:p>
            <a:r>
              <a:rPr lang="en-IN" sz="1400" dirty="0" err="1"/>
              <a:t>plt.ylabel</a:t>
            </a:r>
            <a:r>
              <a:rPr lang="en-IN" sz="1400" dirty="0"/>
              <a:t>("Yield (Tonnes/Ha)")</a:t>
            </a:r>
          </a:p>
          <a:p>
            <a:r>
              <a:rPr lang="en-IN" sz="1400" dirty="0" err="1"/>
              <a:t>plt.tight_layout</a:t>
            </a:r>
            <a:r>
              <a:rPr lang="en-IN" sz="1400" dirty="0"/>
              <a:t>()</a:t>
            </a:r>
          </a:p>
          <a:p>
            <a:r>
              <a:rPr lang="en-IN" sz="1400" dirty="0" err="1"/>
              <a:t>plt.show</a:t>
            </a:r>
            <a:r>
              <a:rPr lang="en-IN" sz="1400" dirty="0"/>
              <a:t>()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7927A1-1041-793B-A825-1C2BA6B748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957" y="673148"/>
            <a:ext cx="6489953" cy="387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887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50F98-1AF5-7B7B-9ADC-95F053718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0B45D6-8DE8-2E2B-B874-A72B09E674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B700B25-6F70-480B-4214-3F966977C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56714"/>
            <a:ext cx="8272099" cy="512454"/>
          </a:xfrm>
        </p:spPr>
        <p:txBody>
          <a:bodyPr>
            <a:noAutofit/>
          </a:bodyPr>
          <a:lstStyle/>
          <a:p>
            <a:r>
              <a:rPr lang="en-GB" sz="2200" dirty="0"/>
              <a:t>RESULTS:</a:t>
            </a:r>
            <a:r>
              <a:rPr lang="en-IN" sz="600" b="0" dirty="0"/>
              <a:t> </a:t>
            </a:r>
            <a:r>
              <a:rPr lang="en-IN" sz="2000" b="0" dirty="0"/>
              <a:t>Average water Efficiency By Crop</a:t>
            </a:r>
            <a:br>
              <a:rPr lang="en-IN" sz="4400" b="0" dirty="0"/>
            </a:br>
            <a:br>
              <a:rPr lang="en-IN" sz="6600" b="0" dirty="0"/>
            </a:br>
            <a:endParaRPr lang="en-IN" sz="40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894AEEF8-7D16-226D-17C7-29C9C53545D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D5FDD3E4-B0B4-0BA8-FDE2-F2310C8DE12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7E65E48C-9AD8-F247-8843-2D18A508F7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8101469"/>
              </p:ext>
            </p:extLst>
          </p:nvPr>
        </p:nvGraphicFramePr>
        <p:xfrm>
          <a:off x="447320" y="4568580"/>
          <a:ext cx="11372503" cy="1799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AAD51E4-9A3B-A4B6-40F6-DC8CA98F509C}"/>
              </a:ext>
            </a:extLst>
          </p:cNvPr>
          <p:cNvSpPr txBox="1"/>
          <p:nvPr/>
        </p:nvSpPr>
        <p:spPr>
          <a:xfrm>
            <a:off x="7477951" y="922269"/>
            <a:ext cx="4341872" cy="26776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CODE:-</a:t>
            </a:r>
          </a:p>
          <a:p>
            <a:r>
              <a:rPr lang="en-IN" sz="1400" dirty="0" err="1"/>
              <a:t>water_efficiency</a:t>
            </a:r>
            <a:r>
              <a:rPr lang="en-IN" sz="1400" dirty="0"/>
              <a:t> = </a:t>
            </a:r>
            <a:r>
              <a:rPr lang="en-IN" sz="1400" dirty="0" err="1"/>
              <a:t>df.groupby</a:t>
            </a:r>
            <a:r>
              <a:rPr lang="en-IN" sz="1400" dirty="0"/>
              <a:t>("Crop")["Water_Efficiency_t_per_1000m3"].mean().</a:t>
            </a:r>
            <a:r>
              <a:rPr lang="en-IN" sz="1400" dirty="0" err="1"/>
              <a:t>sort_values</a:t>
            </a:r>
            <a:r>
              <a:rPr lang="en-IN" sz="1400" dirty="0"/>
              <a:t>(ascending=False)</a:t>
            </a:r>
          </a:p>
          <a:p>
            <a:r>
              <a:rPr lang="en-IN" sz="1400" dirty="0" err="1"/>
              <a:t>plt.figure</a:t>
            </a:r>
            <a:r>
              <a:rPr lang="en-IN" sz="1400" dirty="0"/>
              <a:t>(</a:t>
            </a:r>
            <a:r>
              <a:rPr lang="en-IN" sz="1400" dirty="0" err="1"/>
              <a:t>figsize</a:t>
            </a:r>
            <a:r>
              <a:rPr lang="en-IN" sz="1400" dirty="0"/>
              <a:t>=(10,5))</a:t>
            </a:r>
          </a:p>
          <a:p>
            <a:r>
              <a:rPr lang="en-IN" sz="1400" dirty="0" err="1"/>
              <a:t>water_efficiency.plot</a:t>
            </a:r>
            <a:r>
              <a:rPr lang="en-IN" sz="1400" dirty="0"/>
              <a:t>(kind="bar")</a:t>
            </a:r>
          </a:p>
          <a:p>
            <a:r>
              <a:rPr lang="en-IN" sz="1400" dirty="0" err="1"/>
              <a:t>plt.title</a:t>
            </a:r>
            <a:r>
              <a:rPr lang="en-IN" sz="1400" dirty="0"/>
              <a:t>("Average Water Efficiency by Crop")</a:t>
            </a:r>
          </a:p>
          <a:p>
            <a:r>
              <a:rPr lang="en-IN" sz="1400" dirty="0" err="1"/>
              <a:t>plt.xlabel</a:t>
            </a:r>
            <a:r>
              <a:rPr lang="en-IN" sz="1400" dirty="0"/>
              <a:t>("Crop")</a:t>
            </a:r>
          </a:p>
          <a:p>
            <a:r>
              <a:rPr lang="en-IN" sz="1400" dirty="0" err="1"/>
              <a:t>plt.ylabel</a:t>
            </a:r>
            <a:r>
              <a:rPr lang="en-IN" sz="1400" dirty="0"/>
              <a:t>("Water Efficiency")</a:t>
            </a:r>
          </a:p>
          <a:p>
            <a:r>
              <a:rPr lang="en-IN" sz="1400" dirty="0" err="1"/>
              <a:t>plt.xticks</a:t>
            </a:r>
            <a:r>
              <a:rPr lang="en-IN" sz="1400" dirty="0"/>
              <a:t>(rotation=45)</a:t>
            </a:r>
          </a:p>
          <a:p>
            <a:r>
              <a:rPr lang="en-IN" sz="1400" dirty="0" err="1"/>
              <a:t>plt.tight_layout</a:t>
            </a:r>
            <a:r>
              <a:rPr lang="en-IN" sz="1400" dirty="0"/>
              <a:t>()</a:t>
            </a:r>
          </a:p>
          <a:p>
            <a:r>
              <a:rPr lang="en-IN" sz="1400" dirty="0" err="1"/>
              <a:t>plt.show</a:t>
            </a:r>
            <a:r>
              <a:rPr lang="en-IN" sz="1400" dirty="0"/>
              <a:t>()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58F2D7-68CB-098A-5596-4FD09BDE99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957" y="569168"/>
            <a:ext cx="6723219" cy="3492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592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CEA43-0839-F345-6B44-7E85EF0CD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BFBB4E-85F2-6ED0-D234-B7A784B2690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1DE520-EC55-E133-3B2E-69C97F630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56714"/>
            <a:ext cx="8272099" cy="512454"/>
          </a:xfrm>
        </p:spPr>
        <p:txBody>
          <a:bodyPr>
            <a:noAutofit/>
          </a:bodyPr>
          <a:lstStyle/>
          <a:p>
            <a:r>
              <a:rPr lang="en-GB" sz="2200" dirty="0"/>
              <a:t>RESULTS:</a:t>
            </a:r>
            <a:r>
              <a:rPr lang="en-IN" sz="600" b="0" dirty="0"/>
              <a:t> </a:t>
            </a:r>
            <a:r>
              <a:rPr lang="en-IN" sz="2000" b="0" dirty="0"/>
              <a:t>Correlation </a:t>
            </a:r>
            <a:r>
              <a:rPr lang="en-IN" sz="2000" b="0" dirty="0" err="1"/>
              <a:t>HeatMap</a:t>
            </a:r>
            <a:br>
              <a:rPr lang="en-IN" sz="4400" b="0" dirty="0"/>
            </a:br>
            <a:br>
              <a:rPr lang="en-IN" sz="6600" b="0" dirty="0"/>
            </a:br>
            <a:endParaRPr lang="en-IN" sz="40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833FAD7-71A3-C3DC-BFA3-6BEF3752411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F83C8A2-DFF1-0ABA-BEE7-64C03F3F5669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213B43B2-C864-F1FE-C457-D4BDFAA96F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0000252"/>
              </p:ext>
            </p:extLst>
          </p:nvPr>
        </p:nvGraphicFramePr>
        <p:xfrm>
          <a:off x="7921689" y="3473519"/>
          <a:ext cx="3898134" cy="31914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D27F0B2-78BD-9623-DD59-CAA857E778B8}"/>
              </a:ext>
            </a:extLst>
          </p:cNvPr>
          <p:cNvSpPr txBox="1"/>
          <p:nvPr/>
        </p:nvSpPr>
        <p:spPr>
          <a:xfrm>
            <a:off x="7921689" y="922269"/>
            <a:ext cx="3898133" cy="246221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CODE:-</a:t>
            </a:r>
          </a:p>
          <a:p>
            <a:r>
              <a:rPr lang="en-IN" sz="1400" dirty="0" err="1"/>
              <a:t>numeric_data</a:t>
            </a:r>
            <a:r>
              <a:rPr lang="en-IN" sz="1400" dirty="0"/>
              <a:t> = </a:t>
            </a:r>
            <a:r>
              <a:rPr lang="en-IN" sz="1400" dirty="0" err="1"/>
              <a:t>df.select_dtypes</a:t>
            </a:r>
            <a:r>
              <a:rPr lang="en-IN" sz="1400" dirty="0"/>
              <a:t>(include=</a:t>
            </a:r>
            <a:r>
              <a:rPr lang="en-IN" sz="1400" dirty="0" err="1"/>
              <a:t>np.number</a:t>
            </a:r>
            <a:r>
              <a:rPr lang="en-IN" sz="1400" dirty="0"/>
              <a:t>)</a:t>
            </a:r>
          </a:p>
          <a:p>
            <a:br>
              <a:rPr lang="en-IN" sz="1400" dirty="0"/>
            </a:br>
            <a:endParaRPr lang="en-IN" sz="1400" dirty="0"/>
          </a:p>
          <a:p>
            <a:r>
              <a:rPr lang="en-IN" sz="1400" dirty="0" err="1"/>
              <a:t>plt.figure</a:t>
            </a:r>
            <a:r>
              <a:rPr lang="en-IN" sz="1400" dirty="0"/>
              <a:t>(</a:t>
            </a:r>
            <a:r>
              <a:rPr lang="en-IN" sz="1400" dirty="0" err="1"/>
              <a:t>figsize</a:t>
            </a:r>
            <a:r>
              <a:rPr lang="en-IN" sz="1400" dirty="0"/>
              <a:t>=(15,10))</a:t>
            </a:r>
          </a:p>
          <a:p>
            <a:r>
              <a:rPr lang="en-IN" sz="1400" dirty="0" err="1"/>
              <a:t>sns.heatmap</a:t>
            </a:r>
            <a:r>
              <a:rPr lang="en-IN" sz="1400" dirty="0"/>
              <a:t>(</a:t>
            </a:r>
            <a:r>
              <a:rPr lang="en-IN" sz="1400" dirty="0" err="1"/>
              <a:t>numeric_data.corr</a:t>
            </a:r>
            <a:r>
              <a:rPr lang="en-IN" sz="1400" dirty="0"/>
              <a:t>(), </a:t>
            </a:r>
            <a:r>
              <a:rPr lang="en-IN" sz="1400" dirty="0" err="1"/>
              <a:t>cmap</a:t>
            </a:r>
            <a:r>
              <a:rPr lang="en-IN" sz="1400" dirty="0"/>
              <a:t>="</a:t>
            </a:r>
            <a:r>
              <a:rPr lang="en-IN" sz="1400" dirty="0" err="1"/>
              <a:t>coolwarm</a:t>
            </a:r>
            <a:r>
              <a:rPr lang="en-IN" sz="1400" dirty="0"/>
              <a:t>", </a:t>
            </a:r>
            <a:r>
              <a:rPr lang="en-IN" sz="1400" dirty="0" err="1"/>
              <a:t>center</a:t>
            </a:r>
            <a:r>
              <a:rPr lang="en-IN" sz="1400" dirty="0"/>
              <a:t>=0)</a:t>
            </a:r>
          </a:p>
          <a:p>
            <a:r>
              <a:rPr lang="en-IN" sz="1400" dirty="0" err="1"/>
              <a:t>plt.title</a:t>
            </a:r>
            <a:r>
              <a:rPr lang="en-IN" sz="1400" dirty="0"/>
              <a:t>("Correlation Heatmap")</a:t>
            </a:r>
          </a:p>
          <a:p>
            <a:r>
              <a:rPr lang="en-IN" sz="1400" dirty="0" err="1"/>
              <a:t>plt.tight_layout</a:t>
            </a:r>
            <a:r>
              <a:rPr lang="en-IN" sz="1400" dirty="0"/>
              <a:t>()</a:t>
            </a:r>
          </a:p>
          <a:p>
            <a:r>
              <a:rPr lang="en-IN" sz="1400" dirty="0" err="1"/>
              <a:t>plt.show</a:t>
            </a:r>
            <a:r>
              <a:rPr lang="en-IN" sz="1400" dirty="0"/>
              <a:t>()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FF57CE-14FA-6B58-243B-190D5CF2AF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937" y="614052"/>
            <a:ext cx="7665241" cy="527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382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907A28CC-5826-1083-8CF3-70DEFEC6CF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5938940"/>
              </p:ext>
            </p:extLst>
          </p:nvPr>
        </p:nvGraphicFramePr>
        <p:xfrm>
          <a:off x="793102" y="1201587"/>
          <a:ext cx="10077061" cy="42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7519" y="1387626"/>
            <a:ext cx="4735798" cy="830997"/>
          </a:xfrm>
        </p:spPr>
        <p:txBody>
          <a:bodyPr>
            <a:normAutofit/>
          </a:bodyPr>
          <a:lstStyle/>
          <a:p>
            <a:pPr algn="ctr"/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4D17A9-8893-6882-3A1F-29AB70DDF5B6}"/>
              </a:ext>
            </a:extLst>
          </p:cNvPr>
          <p:cNvSpPr txBox="1"/>
          <p:nvPr/>
        </p:nvSpPr>
        <p:spPr>
          <a:xfrm>
            <a:off x="2146041" y="2706103"/>
            <a:ext cx="8350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https://github.com/ry1567196-hub/seasonal-agriculture-performance-analysis.git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certificate- </a:t>
            </a:r>
            <a:br>
              <a:rPr lang="en-IN" sz="3200" dirty="0"/>
            </a:br>
            <a:r>
              <a:rPr lang="en-IN" sz="3200" dirty="0"/>
              <a:t>                      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402D3F-7229-41E4-BD64-D000F93BD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4662" y="1348553"/>
            <a:ext cx="7605624" cy="5412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05D1329-97AC-9751-00BF-53CF445017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8169220"/>
              </p:ext>
            </p:extLst>
          </p:nvPr>
        </p:nvGraphicFramePr>
        <p:xfrm>
          <a:off x="2720886" y="1427452"/>
          <a:ext cx="5822302" cy="37687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627</TotalTime>
  <Words>1233</Words>
  <Application>Microsoft Office PowerPoint</Application>
  <PresentationFormat>Widescreen</PresentationFormat>
  <Paragraphs>149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Trebuchet MS</vt:lpstr>
      <vt:lpstr>Wingdings</vt:lpstr>
      <vt:lpstr>Wingdings 3</vt:lpstr>
      <vt:lpstr>Facet</vt:lpstr>
      <vt:lpstr>Project Title -Seasonal Agriculture Performance Analysis</vt:lpstr>
      <vt:lpstr>PROBLEM  STATEMENT</vt:lpstr>
      <vt:lpstr>Project Description </vt:lpstr>
      <vt:lpstr>WHO ARE THE END USERS?</vt:lpstr>
      <vt:lpstr>Technology Used</vt:lpstr>
      <vt:lpstr>RESULTS:Average Profit by Crop </vt:lpstr>
      <vt:lpstr>RESULTS: Average Yield by Irrigation Method  </vt:lpstr>
      <vt:lpstr>RESULTS: Average Profit By Season  </vt:lpstr>
      <vt:lpstr>RESULTS: Average Profit By State  </vt:lpstr>
      <vt:lpstr>RESULTS: Water Use Vs Yield  </vt:lpstr>
      <vt:lpstr>RESULTS: Average water Efficiency By Crop  </vt:lpstr>
      <vt:lpstr>RESULTS: Correlation HeatMap  </vt:lpstr>
      <vt:lpstr>Future scope</vt:lpstr>
      <vt:lpstr>GitHub Link</vt:lpstr>
      <vt:lpstr>VOIS Course completion certificate-                        Course name- Data Visualization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Ravi Kumar</cp:lastModifiedBy>
  <cp:revision>110</cp:revision>
  <dcterms:created xsi:type="dcterms:W3CDTF">2021-07-11T13:13:15Z</dcterms:created>
  <dcterms:modified xsi:type="dcterms:W3CDTF">2026-09-03T20:16:03Z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